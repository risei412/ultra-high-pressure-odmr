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3"/>
    <p:sldId id="261" r:id="rId12"/>
    <p:sldId id="262" r:id="rId15"/>
    <p:sldId r:id="rId56" id="263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Relationship Id="rId5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結論を先に置く。答えは窓で、その中に市販の 473 nm DPSS 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0:40–1:35  DAC とは何かを図で見せる。狙う圧力帯 → 試料が小さすぎる → 抵抗では決着しない、の 3 段。表は H₃S と (La,Ce)H₉ だけ読む。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1:35–2:20  探針はアンビル内。既に撮れている実測を見せ、マップ時間 ∝ 画素数/η² で感度が通貨だと言う。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2:20–3:20  2 つの端が窓を挟み込む。常圧曲線は単一有効フォノン近似が粗い旨を先に断る（次ページの伏線）。［想定質問・軽微］なぜ二光子励起ではなく青色単光子か: 二光子励起は CW ロックインと両立せず、必要なピーク強度は DAC の熱制約に触れる。本研究は既存の CW-ODMR 装置で波長を替えるだけで得られる利得を扱う。なおモデル内の二光子過程は信号源ではなく、高強度でのイオン化損失としてのみ入っている（8 枚目）。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 答え。窓の広さと 473 nm の位置。MC 帯が窓の半分を占めることを隠さない。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3:20–3:55  相殺 → 現象論非依存。ゼロが並ぶ絵が主張。ただし上の 3 本のうち最大は自分のモデル形であることを言い、「点ではなく窓」へ渡す。λσ の 1.5 nm は聞かれたら答える程度に留める。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4:45–5:55  再現と反証。較正は 2 定数だけ、26/26、50 GPa の null も再現。符号変化は単一圧力の系統誤差では作れない。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6:50–7:35  適用条件とまとめ。校正は 473 nm の検証ではなく、絶対感度・パワー依存・f₋ の直接測定のために行う。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5:55–6:50  未解決。向きは頑健、量は未校正。既存実験がいる u ≲ 0.3 でコストが ×1.5 に達することを言い、473 nm 単色パワー掃引 1 本という次の一手に落とす。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0">
                <a:latin typeface="Yu Gothic"/>
                <a:ea typeface="Yu Gothic"/>
                <a:cs typeface="Yu Gothic"/>
              </a:rPr>
              <a:t>120 GPa の ODMR は 473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800" b="0">
                <a:latin typeface="Yu Gothic"/>
                <a:ea typeface="Yu Gothic"/>
                <a:cs typeface="Yu Gothic"/>
              </a:rPr>
              <a:t>緑 532 nm 比で感度 ×2.5、磁気マップ取得時間 ×6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8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8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試料は 2 枚のダイヤモンドの先端にある</a:t>
            </a:r>
          </a:p>
        </p:txBody>
      </p:sp>
      <p:pic>
        <p:nvPicPr>
          <p:cNvPr id="3" name="Picture 2" descr="lit_dac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2130552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1463040"/>
          <a:ext cx="566928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2000"/>
                <a:gridCol w="1778000"/>
                <a:gridCol w="1854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超水素化物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転移温度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合成圧力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H₃S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203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155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LaH₁₀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250–260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170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CeH₉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≤ 115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80–100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(La,Ce)H₉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148–178 K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97–172 GPa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2.2; Drozdov, Nature 525, 73 (2015); 569, 528 (2019); Salke, Nat. Commun. 10, 4453 (2019); Chen, PRL 127, 117001 (2021); Bi, Nat. Commun. 13, 5952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pL の試料の決着をつけるのは、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局所・空間分解された磁気測定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アンビルの内側の NV が、局所の磁束排除を撮る</a:t>
            </a:r>
          </a:p>
        </p:txBody>
      </p:sp>
      <p:pic>
        <p:nvPicPr>
          <p:cNvPr id="3" name="Picture 2" descr="lit_nv_in_an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404872" cy="2743200"/>
          </a:xfrm>
          <a:prstGeom prst="rect">
            <a:avLst/>
          </a:prstGeom>
        </p:spPr>
      </p:pic>
      <p:pic>
        <p:nvPicPr>
          <p:cNvPr id="4" name="Picture 3" descr="lit_meissn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371600"/>
            <a:ext cx="7095744" cy="26791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297680"/>
            <a:ext cx="4846320" cy="86868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200" b="0" baseline="-25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200" b="0" baseline="30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0690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×2.5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感度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×6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マップ取得時間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7.2, 7.8; Bhattacharyya et al., Nature 627, 73 (2024); Barry et al., Rev. Mod. Phys. 92, 015004 (2020).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分解能・視野・到達できる (P, T) 点数を買う通貨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fig4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120 GPa では σ(473) が σ(532) の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になる。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答えは点ではなく窓である — 463–488 nm</a:t>
            </a:r>
          </a:p>
        </p:txBody>
      </p:sp>
      <p:pic>
        <p:nvPicPr>
          <p:cNvPr id="3" name="Picture 2" descr="fig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λopt の不確かさ ±5.5 nm は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許容窓の半分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を占める。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答えを決めるのは吸収スペクトルの形だけである</a:t>
            </a:r>
          </a:p>
        </p:txBody>
      </p:sp>
      <p:pic>
        <p:nvPicPr>
          <p:cNvPr id="3" name="Picture 2" descr="fig5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形を決める 3 つ以外は、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±50% 振っても λopt は動かない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先行実験を 26/26 再現し、73 GPa で符号が変わる</a:t>
            </a:r>
          </a:p>
        </p:txBody>
      </p:sp>
      <p:pic>
        <p:nvPicPr>
          <p:cNvPr id="3" name="Picture 2" descr="fig7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Sec. 6.3; Dai et al., CPL 39, 117601 (2022); Hilberer et al., PRB 107, L220102 (2023).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が成り立つ条件、成り立たない条件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5568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200400"/>
                <a:gridCol w="6766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外れたとき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応力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準静水圧 (micropillar, α ≈ 0.95)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平坦キュレット (α = 0.56) なら 510 nm。その形状は 40–50 GPa で ODMR コントラストを失う — micropillar は前提条件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圧力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約 73 GPa 以上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それ以下では緑が有利。推奨が反転する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パワー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低励起 (u ≲ 0.1)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未校正（前ページ）。u = 0.3 では最適が 447 nm へ動き、473 nm 固定は ×1.51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アンビル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低窒素アンビルへのイオン注入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type Ib バルクは 500 nm 以下を強く吸収し、青を送れない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532 nm を 473 nm DPSS に替えれば、同じマップが </a:t>
            </a:r>
            <a:r>
              <a:rPr sz="2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1/6 の時間</a:t>
            </a:r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で撮れる。</a:t>
            </a:r>
          </a:p>
        </p:txBody>
      </p:sp>
      <p:sp>
        <p:nvSpPr>
          <p:cNvPr id="90" name="RefNote"/>
          <p:cNvSpPr txBox="1"/>
          <p:nvPr/>
        </p:nvSpPr>
        <p:spPr>
          <a:xfrm>
            <a:off x="502920" y="6327648"/>
            <a:ext cx="11192256" cy="411480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A. Hilberer et al., Phys. Rev. B 107, L220102 (2023).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最適波長はパワーで青へ動く — ここは未校正である</a:t>
            </a:r>
          </a:p>
        </p:txBody>
      </p:sp>
      <p:pic>
        <p:nvPicPr>
          <p:cNvPr id="3" name="Picture 2" descr="fig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J.-H. Dai et al., Chin. Phys. Lett. 39, 117601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次の一手は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単色のパワー掃引 1 本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