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0.xml" ContentType="application/vnd.openxmlformats-officedocument.presentationml.slide+xml"/>
  <Override PartName="/ppt/notesSlides/notesSlide1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autoCompressPictures="0">
  <p:sldMasterIdLst>
    <p:sldMasterId id="2147483688" r:id="rId1"/>
  </p:sldMasterIdLst>
  <p:notesMasterIdLst>
    <p:notesMasterId r:id="rId50"/>
  </p:notesMasterIdLst>
  <p:sldIdLst>
    <p:sldId id="256" r:id="rId8"/>
    <p:sldId id="257" r:id="rId9"/>
    <p:sldId id="258" r:id="rId10"/>
    <p:sldId id="259" r:id="rId11"/>
    <p:sldId id="260" r:id="rId13"/>
    <p:sldId id="261" r:id="rId12"/>
    <p:sldId id="262" r:id="rId15"/>
    <p:sldId r:id="rId56" id="263"/>
    <p:sldId id="264"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12B2A"/>
    <a:srgbClr val="707070"/>
    <a:srgbClr val="2B9B48"/>
    <a:srgbClr val="6BB829"/>
    <a:srgbClr val="F8BB25"/>
    <a:srgbClr val="FE8630"/>
    <a:srgbClr val="009D3E"/>
    <a:srgbClr val="FF0015"/>
    <a:srgbClr val="FF7E00"/>
    <a:srgbClr val="F7BB2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A6BB743-7BAC-BD40-B4F2-B16391318692}" v="5" dt="2024-07-24T03:34:29.80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8"/>
    <p:restoredTop sz="94648"/>
  </p:normalViewPr>
  <p:slideViewPr>
    <p:cSldViewPr snapToGrid="0">
      <p:cViewPr varScale="1">
        <p:scale>
          <a:sx n="107" d="100"/>
          <a:sy n="107" d="100"/>
        </p:scale>
        <p:origin x="714" y="78"/>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5" Type="http://schemas.openxmlformats.org/officeDocument/2006/relationships/slide" Target="slides/slide8.xml"/><Relationship Id="rId16" Type="http://schemas.openxmlformats.org/officeDocument/2006/relationships/slide" Target="slides/slide9.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55" Type="http://schemas.microsoft.com/office/2015/10/relationships/revisionInfo" Target="revisionInfo.xml"/><Relationship Id="rId56"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54DE91-F736-AB48-81FA-0DBC1D2288D3}" type="datetimeFigureOut">
              <a:rPr kumimoji="1" lang="ja-JP" altLang="en-US" smtClean="0"/>
              <a:t>2026/5/4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CB0E78-FB0F-2646-A98F-B55C16366C94}" type="slidenum">
              <a:rPr kumimoji="1" lang="ja-JP" altLang="en-US" smtClean="0"/>
              <a:t>‹#›</a:t>
            </a:fld>
            <a:endParaRPr kumimoji="1" lang="ja-JP" altLang="en-US"/>
          </a:p>
        </p:txBody>
      </p:sp>
    </p:spTree>
    <p:extLst>
      <p:ext uri="{BB962C8B-B14F-4D97-AF65-F5344CB8AC3E}">
        <p14:creationId xmlns:p14="http://schemas.microsoft.com/office/powerpoint/2010/main" val="2955466455"/>
      </p:ext>
    </p:extLst>
  </p:cSld>
  <p:clrMap bg1="lt1" tx1="dk1" bg2="lt2" tx2="dk2" accent1="accent1" accent2="accent2" accent3="accent3" accent4="accent4" accent5="accent5" accent6="accent6" hlink="hlink" folHlink="folHlink"/>
  <p:notesStyle>
    <a:lvl1pPr marL="0" algn="l" defTabSz="1219140" rtl="0" eaLnBrk="1" latinLnBrk="0" hangingPunct="1">
      <a:defRPr kumimoji="1" sz="1600" kern="1200">
        <a:solidFill>
          <a:schemeClr val="tx1"/>
        </a:solidFill>
        <a:latin typeface="+mn-lt"/>
        <a:ea typeface="+mn-ea"/>
        <a:cs typeface="+mn-cs"/>
      </a:defRPr>
    </a:lvl1pPr>
    <a:lvl2pPr marL="609570" algn="l" defTabSz="1219140" rtl="0" eaLnBrk="1" latinLnBrk="0" hangingPunct="1">
      <a:defRPr kumimoji="1" sz="1600" kern="1200">
        <a:solidFill>
          <a:schemeClr val="tx1"/>
        </a:solidFill>
        <a:latin typeface="+mn-lt"/>
        <a:ea typeface="+mn-ea"/>
        <a:cs typeface="+mn-cs"/>
      </a:defRPr>
    </a:lvl2pPr>
    <a:lvl3pPr marL="1219140" algn="l" defTabSz="1219140" rtl="0" eaLnBrk="1" latinLnBrk="0" hangingPunct="1">
      <a:defRPr kumimoji="1" sz="1600" kern="1200">
        <a:solidFill>
          <a:schemeClr val="tx1"/>
        </a:solidFill>
        <a:latin typeface="+mn-lt"/>
        <a:ea typeface="+mn-ea"/>
        <a:cs typeface="+mn-cs"/>
      </a:defRPr>
    </a:lvl3pPr>
    <a:lvl4pPr marL="1828709" algn="l" defTabSz="1219140" rtl="0" eaLnBrk="1" latinLnBrk="0" hangingPunct="1">
      <a:defRPr kumimoji="1" sz="1600" kern="1200">
        <a:solidFill>
          <a:schemeClr val="tx1"/>
        </a:solidFill>
        <a:latin typeface="+mn-lt"/>
        <a:ea typeface="+mn-ea"/>
        <a:cs typeface="+mn-cs"/>
      </a:defRPr>
    </a:lvl4pPr>
    <a:lvl5pPr marL="2438278" algn="l" defTabSz="1219140" rtl="0" eaLnBrk="1" latinLnBrk="0" hangingPunct="1">
      <a:defRPr kumimoji="1" sz="1600" kern="1200">
        <a:solidFill>
          <a:schemeClr val="tx1"/>
        </a:solidFill>
        <a:latin typeface="+mn-lt"/>
        <a:ea typeface="+mn-ea"/>
        <a:cs typeface="+mn-cs"/>
      </a:defRPr>
    </a:lvl5pPr>
    <a:lvl6pPr marL="3047848" algn="l" defTabSz="1219140" rtl="0" eaLnBrk="1" latinLnBrk="0" hangingPunct="1">
      <a:defRPr kumimoji="1" sz="1600" kern="1200">
        <a:solidFill>
          <a:schemeClr val="tx1"/>
        </a:solidFill>
        <a:latin typeface="+mn-lt"/>
        <a:ea typeface="+mn-ea"/>
        <a:cs typeface="+mn-cs"/>
      </a:defRPr>
    </a:lvl6pPr>
    <a:lvl7pPr marL="3657418" algn="l" defTabSz="1219140" rtl="0" eaLnBrk="1" latinLnBrk="0" hangingPunct="1">
      <a:defRPr kumimoji="1" sz="1600" kern="1200">
        <a:solidFill>
          <a:schemeClr val="tx1"/>
        </a:solidFill>
        <a:latin typeface="+mn-lt"/>
        <a:ea typeface="+mn-ea"/>
        <a:cs typeface="+mn-cs"/>
      </a:defRPr>
    </a:lvl7pPr>
    <a:lvl8pPr marL="4266987" algn="l" defTabSz="1219140" rtl="0" eaLnBrk="1" latinLnBrk="0" hangingPunct="1">
      <a:defRPr kumimoji="1" sz="1600" kern="1200">
        <a:solidFill>
          <a:schemeClr val="tx1"/>
        </a:solidFill>
        <a:latin typeface="+mn-lt"/>
        <a:ea typeface="+mn-ea"/>
        <a:cs typeface="+mn-cs"/>
      </a:defRPr>
    </a:lvl8pPr>
    <a:lvl9pPr marL="4876557" algn="l" defTabSz="1219140" rtl="0" eaLnBrk="1" latinLnBrk="0" hangingPunct="1">
      <a:defRPr kumimoji="1"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0:00–0:40  結論を先に置く。答えは窓で、その中に市販の 473 nm DPSS がある。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0:40–1:35  DAC とは何かを図で見せる。狙う圧力帯 → 試料が小さすぎる → 抵抗では決着しない、の 3 段。表は H₃S と (La,Ce)H₉ だけ読む。</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1:35–2:20  探針はアンビル内。既に撮れている実測を見せ、マップ時間 ∝ 画素数/η² で感度が通貨だと言う。</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2:20–3:20  2 つの端が窓を挟み込む。常圧曲線は単一有効フォノン近似が粗い旨を先に断る（次ページの伏線）。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3:55–4:45  答え。窓の広さと 473 nm の位置。MC 帯が窓の半分を占めることを隠さない。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3:20–3:55  相殺 → 現象論非依存。ゼロが並ぶ絵が主張。ただし上の 3 本のうち最大は自分のモデル形であることを言い、「点ではなく窓」へ渡す。λσ の 1.5 nm は聞かれたら答える程度に留める。</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4:45–5:55  再現と反証。較正は 2 定数だけ、26/26、50 GPa の null も再現。符号変化は単一圧力の系統誤差では作れない。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6:50–7:35  適用条件とまとめ。校正は 473 nm の検証ではなく、絶対感度・パワー依存・f₋ の直接測定のために行う。</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5:55–6:50  未解決。向きは頑健、量は未校正。既存実験がいる u ≲ 0.3 でコストが ×1.5 に達することを言い、473 nm 単色パワー掃引 1 本という次の一手に落とす。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e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A-タイトルスライド">
    <p:bg>
      <p:bgPr>
        <a:solidFill>
          <a:srgbClr val="FFFFFF"/>
        </a:solidFill>
        <a:effectLst/>
      </p:bgPr>
    </p:bg>
    <p:spTree>
      <p:nvGrpSpPr>
        <p:cNvPr id="1" name=""/>
        <p:cNvGrpSpPr/>
        <p:nvPr/>
      </p:nvGrpSpPr>
      <p:grpSpPr>
        <a:xfrm>
          <a:off x="0" y="0"/>
          <a:ext cx="0" cy="0"/>
          <a:chOff x="0" y="0"/>
          <a:chExt cx="0" cy="0"/>
        </a:xfrm>
      </p:grpSpPr>
      <p:pic>
        <p:nvPicPr>
          <p:cNvPr id="9" name="図 8">
            <a:extLst>
              <a:ext uri="{FF2B5EF4-FFF2-40B4-BE49-F238E27FC236}">
                <a16:creationId xmlns:a16="http://schemas.microsoft.com/office/drawing/2014/main" id="{BDB99294-F8AA-3558-0885-6694A330E7BC}"/>
              </a:ext>
            </a:extLst>
          </p:cNvPr>
          <p:cNvPicPr>
            <a:picLocks noChangeAspect="1"/>
          </p:cNvPicPr>
          <p:nvPr userDrawn="1"/>
        </p:nvPicPr>
        <p:blipFill>
          <a:blip r:embed="rId2"/>
          <a:srcRect/>
          <a:stretch/>
        </p:blipFill>
        <p:spPr>
          <a:xfrm>
            <a:off x="0" y="0"/>
            <a:ext cx="12192000" cy="6858000"/>
          </a:xfrm>
          <a:prstGeom prst="rect">
            <a:avLst/>
          </a:prstGeom>
        </p:spPr>
      </p:pic>
      <p:pic>
        <p:nvPicPr>
          <p:cNvPr id="14" name="図 13">
            <a:extLst>
              <a:ext uri="{FF2B5EF4-FFF2-40B4-BE49-F238E27FC236}">
                <a16:creationId xmlns:a16="http://schemas.microsoft.com/office/drawing/2014/main" id="{20BFFCA8-6C4A-812A-F8B9-86D5155D1A05}"/>
              </a:ext>
            </a:extLst>
          </p:cNvPr>
          <p:cNvPicPr>
            <a:picLocks noChangeAspect="1"/>
          </p:cNvPicPr>
          <p:nvPr userDrawn="1"/>
        </p:nvPicPr>
        <p:blipFill>
          <a:blip r:embed="rId3"/>
          <a:stretch>
            <a:fillRect/>
          </a:stretch>
        </p:blipFill>
        <p:spPr>
          <a:xfrm>
            <a:off x="9025567" y="4828159"/>
            <a:ext cx="2832000" cy="575135"/>
          </a:xfrm>
          <a:prstGeom prst="rect">
            <a:avLst/>
          </a:prstGeom>
        </p:spPr>
      </p:pic>
      <p:sp>
        <p:nvSpPr>
          <p:cNvPr id="2" name="タイトル 7">
            <a:extLst>
              <a:ext uri="{FF2B5EF4-FFF2-40B4-BE49-F238E27FC236}">
                <a16:creationId xmlns:a16="http://schemas.microsoft.com/office/drawing/2014/main" id="{F5C60916-439F-51BE-149E-8DE1E916139E}"/>
              </a:ext>
            </a:extLst>
          </p:cNvPr>
          <p:cNvSpPr>
            <a:spLocks noGrp="1"/>
          </p:cNvSpPr>
          <p:nvPr>
            <p:ph type="title" hasCustomPrompt="1"/>
          </p:nvPr>
        </p:nvSpPr>
        <p:spPr>
          <a:xfrm>
            <a:off x="1116022" y="1232379"/>
            <a:ext cx="10488876" cy="1325563"/>
          </a:xfrm>
          <a:prstGeom prst="rect">
            <a:avLst/>
          </a:prstGeom>
        </p:spPr>
        <p:txBody>
          <a:bodyPr/>
          <a:lstStyle>
            <a:lvl1pPr>
              <a:lnSpc>
                <a:spcPct val="110000"/>
              </a:lnSpc>
              <a:defRPr sz="4000" b="1" i="0">
                <a:solidFill>
                  <a:schemeClr val="bg1"/>
                </a:solidFill>
                <a:latin typeface="+mn-ea"/>
                <a:ea typeface="+mn-ea"/>
              </a:defRPr>
            </a:lvl1pPr>
          </a:lstStyle>
          <a:p>
            <a:r>
              <a:rPr kumimoji="1" lang="ja-JP" altLang="en-US"/>
              <a:t>タイトルタイトル</a:t>
            </a:r>
            <a:br>
              <a:rPr kumimoji="1" lang="en-US" altLang="ja-JP"/>
            </a:br>
            <a:r>
              <a:rPr lang="ja-JP" altLang="en-US"/>
              <a:t>游ゴシック</a:t>
            </a:r>
            <a:r>
              <a:rPr lang="en-US" altLang="ja-JP"/>
              <a:t>/Bold</a:t>
            </a:r>
            <a:endParaRPr kumimoji="1" lang="ja-JP" altLang="en-US"/>
          </a:p>
        </p:txBody>
      </p:sp>
      <p:sp>
        <p:nvSpPr>
          <p:cNvPr id="3" name="コンテンツ プレースホルダー 12">
            <a:extLst>
              <a:ext uri="{FF2B5EF4-FFF2-40B4-BE49-F238E27FC236}">
                <a16:creationId xmlns:a16="http://schemas.microsoft.com/office/drawing/2014/main" id="{4C476F49-865D-989F-F96C-F93805A66204}"/>
              </a:ext>
            </a:extLst>
          </p:cNvPr>
          <p:cNvSpPr>
            <a:spLocks noGrp="1"/>
          </p:cNvSpPr>
          <p:nvPr>
            <p:ph sz="quarter" idx="10" hasCustomPrompt="1"/>
          </p:nvPr>
        </p:nvSpPr>
        <p:spPr>
          <a:xfrm>
            <a:off x="1115055" y="2710502"/>
            <a:ext cx="10482334" cy="686792"/>
          </a:xfrm>
          <a:prstGeom prst="rect">
            <a:avLst/>
          </a:prstGeom>
        </p:spPr>
        <p:txBody>
          <a:bodyPr anchor="ctr"/>
          <a:lstStyle>
            <a:lvl1pPr marL="0" indent="0">
              <a:lnSpc>
                <a:spcPct val="130000"/>
              </a:lnSpc>
              <a:spcBef>
                <a:spcPts val="0"/>
              </a:spcBef>
              <a:buNone/>
              <a:defRPr sz="1800" b="1" i="0">
                <a:solidFill>
                  <a:schemeClr val="bg1"/>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氏名</a:t>
            </a:r>
            <a:r>
              <a:rPr kumimoji="1" lang="en-US" altLang="ja-JP"/>
              <a:t>      </a:t>
            </a:r>
          </a:p>
          <a:p>
            <a:pPr lvl="0"/>
            <a:r>
              <a:rPr kumimoji="1" lang="ja-JP" altLang="en-US"/>
              <a:t>游ゴシック</a:t>
            </a:r>
            <a:r>
              <a:rPr kumimoji="1" lang="en-US" altLang="ja-JP"/>
              <a:t>/ Bold</a:t>
            </a:r>
            <a:endParaRPr kumimoji="1" lang="ja-JP" altLang="en-US"/>
          </a:p>
        </p:txBody>
      </p:sp>
      <p:sp>
        <p:nvSpPr>
          <p:cNvPr id="4" name="コンテンツ プレースホルダー 12">
            <a:extLst>
              <a:ext uri="{FF2B5EF4-FFF2-40B4-BE49-F238E27FC236}">
                <a16:creationId xmlns:a16="http://schemas.microsoft.com/office/drawing/2014/main" id="{D2786611-1C45-B8F0-5DE8-65AD4FD4B0F7}"/>
              </a:ext>
            </a:extLst>
          </p:cNvPr>
          <p:cNvSpPr>
            <a:spLocks noGrp="1"/>
          </p:cNvSpPr>
          <p:nvPr>
            <p:ph sz="quarter" idx="11" hasCustomPrompt="1"/>
          </p:nvPr>
        </p:nvSpPr>
        <p:spPr>
          <a:xfrm>
            <a:off x="1122564" y="3494556"/>
            <a:ext cx="9077350" cy="686792"/>
          </a:xfrm>
          <a:prstGeom prst="rect">
            <a:avLst/>
          </a:prstGeom>
        </p:spPr>
        <p:txBody>
          <a:bodyPr anchor="ctr"/>
          <a:lstStyle>
            <a:lvl1pPr marL="0" indent="0">
              <a:lnSpc>
                <a:spcPct val="130000"/>
              </a:lnSpc>
              <a:spcBef>
                <a:spcPts val="0"/>
              </a:spcBef>
              <a:buNone/>
              <a:defRPr sz="1600" b="1" i="0">
                <a:solidFill>
                  <a:schemeClr val="bg1"/>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役職</a:t>
            </a:r>
            <a:r>
              <a:rPr kumimoji="1" lang="en-US" altLang="ja-JP"/>
              <a:t> </a:t>
            </a:r>
            <a:r>
              <a:rPr kumimoji="1" lang="ja-JP" altLang="en-US"/>
              <a:t>・所属</a:t>
            </a:r>
            <a:endParaRPr kumimoji="1" lang="en-US" altLang="ja-JP"/>
          </a:p>
          <a:p>
            <a:pPr lvl="0"/>
            <a:r>
              <a:rPr kumimoji="1" lang="ja-JP" altLang="en-US"/>
              <a:t>游ゴシック</a:t>
            </a:r>
            <a:r>
              <a:rPr kumimoji="1" lang="en-US" altLang="ja-JP"/>
              <a:t> /Bold</a:t>
            </a:r>
            <a:r>
              <a:rPr kumimoji="1" lang="ja-JP" altLang="en-US"/>
              <a:t>　　</a:t>
            </a:r>
          </a:p>
        </p:txBody>
      </p:sp>
      <p:sp>
        <p:nvSpPr>
          <p:cNvPr id="5" name="コンテンツ プレースホルダー 12">
            <a:extLst>
              <a:ext uri="{FF2B5EF4-FFF2-40B4-BE49-F238E27FC236}">
                <a16:creationId xmlns:a16="http://schemas.microsoft.com/office/drawing/2014/main" id="{A1DE5D5F-AFDB-CCF4-7161-800DD7F2CE67}"/>
              </a:ext>
            </a:extLst>
          </p:cNvPr>
          <p:cNvSpPr>
            <a:spLocks noGrp="1"/>
          </p:cNvSpPr>
          <p:nvPr>
            <p:ph sz="quarter" idx="12" hasCustomPrompt="1"/>
          </p:nvPr>
        </p:nvSpPr>
        <p:spPr>
          <a:xfrm>
            <a:off x="6183087" y="6463214"/>
            <a:ext cx="5761568" cy="317384"/>
          </a:xfrm>
          <a:prstGeom prst="rect">
            <a:avLst/>
          </a:prstGeom>
        </p:spPr>
        <p:txBody>
          <a:bodyPr lIns="90000" anchor="ctr">
            <a:noAutofit/>
          </a:bodyPr>
          <a:lstStyle>
            <a:lvl1pPr marL="0" indent="0" algn="r">
              <a:lnSpc>
                <a:spcPct val="150000"/>
              </a:lnSpc>
              <a:spcBef>
                <a:spcPts val="0"/>
              </a:spcBef>
              <a:buNone/>
              <a:defRPr sz="1400" b="1" i="0">
                <a:solidFill>
                  <a:schemeClr val="bg1"/>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イベント名・日付</a:t>
            </a:r>
            <a:r>
              <a:rPr kumimoji="1" lang="en-US" altLang="ja-JP"/>
              <a:t> </a:t>
            </a:r>
            <a:r>
              <a:rPr kumimoji="1" lang="ja-JP" altLang="en-US"/>
              <a:t>　　游ゴシック</a:t>
            </a:r>
            <a:r>
              <a:rPr kumimoji="1" lang="en-US" altLang="ja-JP"/>
              <a:t> /Bold</a:t>
            </a:r>
            <a:r>
              <a:rPr kumimoji="1" lang="ja-JP" altLang="en-US"/>
              <a:t>　　</a:t>
            </a:r>
          </a:p>
        </p:txBody>
      </p:sp>
    </p:spTree>
    <p:extLst>
      <p:ext uri="{BB962C8B-B14F-4D97-AF65-F5344CB8AC3E}">
        <p14:creationId xmlns:p14="http://schemas.microsoft.com/office/powerpoint/2010/main" val="1328905508"/>
      </p:ext>
    </p:extLst>
  </p:cSld>
  <p:clrMapOvr>
    <a:masterClrMapping/>
  </p:clrMapOvr>
  <p:extLst mod="1">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A-中表紙スライド1">
    <p:bg>
      <p:bgPr>
        <a:solidFill>
          <a:srgbClr val="FFFFFF"/>
        </a:solidFill>
        <a:effectLst/>
      </p:bgPr>
    </p:bg>
    <p:spTree>
      <p:nvGrpSpPr>
        <p:cNvPr id="1" name=""/>
        <p:cNvGrpSpPr/>
        <p:nvPr/>
      </p:nvGrpSpPr>
      <p:grpSpPr>
        <a:xfrm>
          <a:off x="0" y="0"/>
          <a:ext cx="0" cy="0"/>
          <a:chOff x="0" y="0"/>
          <a:chExt cx="0" cy="0"/>
        </a:xfrm>
      </p:grpSpPr>
      <p:pic>
        <p:nvPicPr>
          <p:cNvPr id="9" name="図 8">
            <a:extLst>
              <a:ext uri="{FF2B5EF4-FFF2-40B4-BE49-F238E27FC236}">
                <a16:creationId xmlns:a16="http://schemas.microsoft.com/office/drawing/2014/main" id="{D341FA49-C8BA-4416-CFA9-6B1556B5337C}"/>
              </a:ext>
            </a:extLst>
          </p:cNvPr>
          <p:cNvPicPr>
            <a:picLocks noChangeAspect="1"/>
          </p:cNvPicPr>
          <p:nvPr userDrawn="1"/>
        </p:nvPicPr>
        <p:blipFill>
          <a:blip r:embed="rId2"/>
          <a:srcRect/>
          <a:stretch/>
        </p:blipFill>
        <p:spPr>
          <a:xfrm>
            <a:off x="0" y="336"/>
            <a:ext cx="12192000" cy="6858000"/>
          </a:xfrm>
          <a:prstGeom prst="rect">
            <a:avLst/>
          </a:prstGeom>
        </p:spPr>
      </p:pic>
      <p:pic>
        <p:nvPicPr>
          <p:cNvPr id="5" name="図 4">
            <a:extLst>
              <a:ext uri="{FF2B5EF4-FFF2-40B4-BE49-F238E27FC236}">
                <a16:creationId xmlns:a16="http://schemas.microsoft.com/office/drawing/2014/main" id="{2831E5C8-18EB-2484-7419-A7621BEDE708}"/>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2" name="タイトル 6">
            <a:extLst>
              <a:ext uri="{FF2B5EF4-FFF2-40B4-BE49-F238E27FC236}">
                <a16:creationId xmlns:a16="http://schemas.microsoft.com/office/drawing/2014/main" id="{32EC8CC2-84B1-BCA0-479A-A4A20AF286D3}"/>
              </a:ext>
            </a:extLst>
          </p:cNvPr>
          <p:cNvSpPr>
            <a:spLocks noGrp="1"/>
          </p:cNvSpPr>
          <p:nvPr>
            <p:ph type="title" hasCustomPrompt="1"/>
          </p:nvPr>
        </p:nvSpPr>
        <p:spPr>
          <a:xfrm>
            <a:off x="574040" y="3148965"/>
            <a:ext cx="10927080" cy="589915"/>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3" name="スライド番号プレースホルダー 2">
            <a:extLst>
              <a:ext uri="{FF2B5EF4-FFF2-40B4-BE49-F238E27FC236}">
                <a16:creationId xmlns:a16="http://schemas.microsoft.com/office/drawing/2014/main" id="{B343BA23-B623-F431-3B6B-C265DB029DFE}"/>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948678891"/>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中表紙スライド2">
    <p:spTree>
      <p:nvGrpSpPr>
        <p:cNvPr id="1" name=""/>
        <p:cNvGrpSpPr/>
        <p:nvPr/>
      </p:nvGrpSpPr>
      <p:grpSpPr>
        <a:xfrm>
          <a:off x="0" y="0"/>
          <a:ext cx="0" cy="0"/>
          <a:chOff x="0" y="0"/>
          <a:chExt cx="0" cy="0"/>
        </a:xfrm>
      </p:grpSpPr>
      <p:pic>
        <p:nvPicPr>
          <p:cNvPr id="9" name="図 8" descr="背景パターン&#10;&#10;中程度の精度で自動的に生成された説明">
            <a:extLst>
              <a:ext uri="{FF2B5EF4-FFF2-40B4-BE49-F238E27FC236}">
                <a16:creationId xmlns:a16="http://schemas.microsoft.com/office/drawing/2014/main" id="{9C23EC59-0C5A-7811-5B85-B9E539D07964}"/>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5" name="タイトル 6">
            <a:extLst>
              <a:ext uri="{FF2B5EF4-FFF2-40B4-BE49-F238E27FC236}">
                <a16:creationId xmlns:a16="http://schemas.microsoft.com/office/drawing/2014/main" id="{E19FAA7A-3085-9294-E31F-CE7196FF2A0A}"/>
              </a:ext>
            </a:extLst>
          </p:cNvPr>
          <p:cNvSpPr>
            <a:spLocks noGrp="1"/>
          </p:cNvSpPr>
          <p:nvPr>
            <p:ph type="title" hasCustomPrompt="1"/>
          </p:nvPr>
        </p:nvSpPr>
        <p:spPr>
          <a:xfrm>
            <a:off x="574040" y="3148965"/>
            <a:ext cx="10927080" cy="589915"/>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2" name="スライド番号プレースホルダー 1">
            <a:extLst>
              <a:ext uri="{FF2B5EF4-FFF2-40B4-BE49-F238E27FC236}">
                <a16:creationId xmlns:a16="http://schemas.microsoft.com/office/drawing/2014/main" id="{4E0A0950-A128-01BF-1AAF-4BB004B48A28}"/>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17994552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タイトルスライド">
    <p:bg>
      <p:bgPr>
        <a:solidFill>
          <a:srgbClr val="FFFFFF"/>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89932967-DE81-3918-C882-41D1FC6677C4}"/>
              </a:ext>
            </a:extLst>
          </p:cNvPr>
          <p:cNvPicPr>
            <a:picLocks noChangeAspect="1"/>
          </p:cNvPicPr>
          <p:nvPr userDrawn="1"/>
        </p:nvPicPr>
        <p:blipFill>
          <a:blip r:embed="rId2"/>
          <a:srcRect/>
          <a:stretch/>
        </p:blipFill>
        <p:spPr>
          <a:xfrm>
            <a:off x="0" y="0"/>
            <a:ext cx="12192000" cy="6858000"/>
          </a:xfrm>
          <a:prstGeom prst="rect">
            <a:avLst/>
          </a:prstGeom>
        </p:spPr>
      </p:pic>
      <p:pic>
        <p:nvPicPr>
          <p:cNvPr id="3" name="図 2">
            <a:extLst>
              <a:ext uri="{FF2B5EF4-FFF2-40B4-BE49-F238E27FC236}">
                <a16:creationId xmlns:a16="http://schemas.microsoft.com/office/drawing/2014/main" id="{8F74D12C-30DC-0E71-4D41-8204860B7443}"/>
              </a:ext>
            </a:extLst>
          </p:cNvPr>
          <p:cNvPicPr>
            <a:picLocks noChangeAspect="1"/>
          </p:cNvPicPr>
          <p:nvPr userDrawn="1"/>
        </p:nvPicPr>
        <p:blipFill>
          <a:blip r:embed="rId3"/>
          <a:stretch>
            <a:fillRect/>
          </a:stretch>
        </p:blipFill>
        <p:spPr>
          <a:xfrm>
            <a:off x="576263" y="5839891"/>
            <a:ext cx="2400000" cy="487403"/>
          </a:xfrm>
          <a:prstGeom prst="rect">
            <a:avLst/>
          </a:prstGeom>
        </p:spPr>
      </p:pic>
      <p:sp>
        <p:nvSpPr>
          <p:cNvPr id="4" name="タイトル 7">
            <a:extLst>
              <a:ext uri="{FF2B5EF4-FFF2-40B4-BE49-F238E27FC236}">
                <a16:creationId xmlns:a16="http://schemas.microsoft.com/office/drawing/2014/main" id="{C189C689-1BDE-72A8-5184-CE979693158A}"/>
              </a:ext>
            </a:extLst>
          </p:cNvPr>
          <p:cNvSpPr>
            <a:spLocks noGrp="1"/>
          </p:cNvSpPr>
          <p:nvPr>
            <p:ph type="title" hasCustomPrompt="1"/>
          </p:nvPr>
        </p:nvSpPr>
        <p:spPr>
          <a:xfrm>
            <a:off x="480401" y="2293206"/>
            <a:ext cx="9535342" cy="1325563"/>
          </a:xfrm>
          <a:prstGeom prst="rect">
            <a:avLst/>
          </a:prstGeom>
        </p:spPr>
        <p:txBody>
          <a:bodyPr/>
          <a:lstStyle>
            <a:lvl1pPr>
              <a:lnSpc>
                <a:spcPct val="110000"/>
              </a:lnSpc>
              <a:defRPr sz="4000" b="1" i="0">
                <a:solidFill>
                  <a:srgbClr val="1C3177"/>
                </a:solidFill>
                <a:latin typeface="+mn-ea"/>
                <a:ea typeface="+mn-ea"/>
              </a:defRPr>
            </a:lvl1pPr>
          </a:lstStyle>
          <a:p>
            <a:r>
              <a:rPr kumimoji="1" lang="ja-JP" altLang="en-US"/>
              <a:t>タイトルタイトル</a:t>
            </a:r>
            <a:br>
              <a:rPr kumimoji="1" lang="en-US" altLang="ja-JP"/>
            </a:br>
            <a:r>
              <a:rPr lang="ja-JP" altLang="en-US"/>
              <a:t>游ゴシック</a:t>
            </a:r>
            <a:r>
              <a:rPr lang="en-US" altLang="ja-JP"/>
              <a:t>/Bold</a:t>
            </a:r>
            <a:endParaRPr kumimoji="1" lang="ja-JP" altLang="en-US"/>
          </a:p>
        </p:txBody>
      </p:sp>
      <p:sp>
        <p:nvSpPr>
          <p:cNvPr id="5" name="コンテンツ プレースホルダー 12">
            <a:extLst>
              <a:ext uri="{FF2B5EF4-FFF2-40B4-BE49-F238E27FC236}">
                <a16:creationId xmlns:a16="http://schemas.microsoft.com/office/drawing/2014/main" id="{99C777D7-5079-B2D4-A805-52BC2427F213}"/>
              </a:ext>
            </a:extLst>
          </p:cNvPr>
          <p:cNvSpPr>
            <a:spLocks noGrp="1"/>
          </p:cNvSpPr>
          <p:nvPr>
            <p:ph sz="quarter" idx="10" hasCustomPrompt="1"/>
          </p:nvPr>
        </p:nvSpPr>
        <p:spPr>
          <a:xfrm>
            <a:off x="480399" y="3924163"/>
            <a:ext cx="8032228" cy="731359"/>
          </a:xfrm>
          <a:prstGeom prst="rect">
            <a:avLst/>
          </a:prstGeom>
        </p:spPr>
        <p:txBody>
          <a:bodyPr anchor="ctr"/>
          <a:lstStyle>
            <a:lvl1pPr marL="0" indent="0">
              <a:lnSpc>
                <a:spcPct val="130000"/>
              </a:lnSpc>
              <a:spcBef>
                <a:spcPts val="0"/>
              </a:spcBef>
              <a:buNone/>
              <a:defRPr sz="1800" b="1" i="0">
                <a:solidFill>
                  <a:srgbClr val="1C3177"/>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氏名</a:t>
            </a:r>
            <a:r>
              <a:rPr kumimoji="1" lang="en-US" altLang="ja-JP"/>
              <a:t>     </a:t>
            </a:r>
          </a:p>
          <a:p>
            <a:pPr lvl="0"/>
            <a:r>
              <a:rPr kumimoji="1" lang="ja-JP" altLang="en-US"/>
              <a:t>游ゴシック</a:t>
            </a:r>
            <a:r>
              <a:rPr kumimoji="1" lang="en-US" altLang="ja-JP"/>
              <a:t>/Bold</a:t>
            </a:r>
            <a:endParaRPr kumimoji="1" lang="ja-JP" altLang="en-US"/>
          </a:p>
        </p:txBody>
      </p:sp>
      <p:sp>
        <p:nvSpPr>
          <p:cNvPr id="9" name="コンテンツ プレースホルダー 12">
            <a:extLst>
              <a:ext uri="{FF2B5EF4-FFF2-40B4-BE49-F238E27FC236}">
                <a16:creationId xmlns:a16="http://schemas.microsoft.com/office/drawing/2014/main" id="{CD517DDC-0F67-EAC6-D347-5253BB35F8B1}"/>
              </a:ext>
            </a:extLst>
          </p:cNvPr>
          <p:cNvSpPr>
            <a:spLocks noGrp="1"/>
          </p:cNvSpPr>
          <p:nvPr>
            <p:ph sz="quarter" idx="11" hasCustomPrompt="1"/>
          </p:nvPr>
        </p:nvSpPr>
        <p:spPr>
          <a:xfrm>
            <a:off x="480402" y="4701635"/>
            <a:ext cx="6181656" cy="731359"/>
          </a:xfrm>
          <a:prstGeom prst="rect">
            <a:avLst/>
          </a:prstGeom>
        </p:spPr>
        <p:txBody>
          <a:bodyPr anchor="ctr"/>
          <a:lstStyle>
            <a:lvl1pPr marL="0" indent="0">
              <a:lnSpc>
                <a:spcPct val="130000"/>
              </a:lnSpc>
              <a:spcBef>
                <a:spcPts val="0"/>
              </a:spcBef>
              <a:buNone/>
              <a:defRPr sz="16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役職・所属</a:t>
            </a:r>
            <a:r>
              <a:rPr kumimoji="1" lang="en-US" altLang="ja-JP"/>
              <a:t>        </a:t>
            </a:r>
          </a:p>
          <a:p>
            <a:pPr lvl="0"/>
            <a:r>
              <a:rPr kumimoji="1" lang="ja-JP" altLang="en-US"/>
              <a:t>游ゴシック</a:t>
            </a:r>
            <a:r>
              <a:rPr kumimoji="1" lang="en-US" altLang="ja-JP"/>
              <a:t>/Bold</a:t>
            </a:r>
            <a:r>
              <a:rPr kumimoji="1" lang="ja-JP" altLang="en-US"/>
              <a:t>　　　</a:t>
            </a:r>
          </a:p>
        </p:txBody>
      </p:sp>
      <p:sp>
        <p:nvSpPr>
          <p:cNvPr id="6" name="コンテンツ プレースホルダー 12">
            <a:extLst>
              <a:ext uri="{FF2B5EF4-FFF2-40B4-BE49-F238E27FC236}">
                <a16:creationId xmlns:a16="http://schemas.microsoft.com/office/drawing/2014/main" id="{437493F9-6402-7179-62B3-F93DBB80AC12}"/>
              </a:ext>
            </a:extLst>
          </p:cNvPr>
          <p:cNvSpPr>
            <a:spLocks noGrp="1"/>
          </p:cNvSpPr>
          <p:nvPr>
            <p:ph sz="quarter" idx="12" hasCustomPrompt="1"/>
          </p:nvPr>
        </p:nvSpPr>
        <p:spPr>
          <a:xfrm>
            <a:off x="6193977" y="6133056"/>
            <a:ext cx="5761568" cy="597511"/>
          </a:xfrm>
          <a:prstGeom prst="rect">
            <a:avLst/>
          </a:prstGeom>
        </p:spPr>
        <p:txBody>
          <a:bodyPr lIns="90000" anchor="ctr">
            <a:noAutofit/>
          </a:bodyPr>
          <a:lstStyle>
            <a:lvl1pPr marL="0" indent="0" algn="r">
              <a:lnSpc>
                <a:spcPct val="150000"/>
              </a:lnSpc>
              <a:spcBef>
                <a:spcPts val="0"/>
              </a:spcBef>
              <a:buNone/>
              <a:defRPr sz="1400" b="1" i="0">
                <a:solidFill>
                  <a:schemeClr val="bg1"/>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イベント名・日付</a:t>
            </a:r>
            <a:r>
              <a:rPr kumimoji="1" lang="en-US" altLang="ja-JP"/>
              <a:t> </a:t>
            </a:r>
            <a:r>
              <a:rPr kumimoji="1" lang="ja-JP" altLang="en-US"/>
              <a:t>　　</a:t>
            </a:r>
            <a:endParaRPr kumimoji="1" lang="en-US" altLang="ja-JP"/>
          </a:p>
          <a:p>
            <a:pPr lvl="0"/>
            <a:r>
              <a:rPr kumimoji="1" lang="ja-JP" altLang="en-US"/>
              <a:t>游ゴシック</a:t>
            </a:r>
            <a:r>
              <a:rPr kumimoji="1" lang="en-US" altLang="ja-JP"/>
              <a:t> /Bold</a:t>
            </a:r>
            <a:r>
              <a:rPr kumimoji="1" lang="ja-JP" altLang="en-US"/>
              <a:t>　　</a:t>
            </a:r>
          </a:p>
        </p:txBody>
      </p:sp>
    </p:spTree>
    <p:extLst>
      <p:ext uri="{BB962C8B-B14F-4D97-AF65-F5344CB8AC3E}">
        <p14:creationId xmlns:p14="http://schemas.microsoft.com/office/powerpoint/2010/main" val="1958462192"/>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中表紙スライド1">
    <p:bg>
      <p:bgPr>
        <a:solidFill>
          <a:srgbClr val="FFFFFF"/>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A764C0CE-FCED-56A8-6F0B-0E440EC00AF4}"/>
              </a:ext>
            </a:extLst>
          </p:cNvPr>
          <p:cNvPicPr>
            <a:picLocks noChangeAspect="1"/>
          </p:cNvPicPr>
          <p:nvPr userDrawn="1"/>
        </p:nvPicPr>
        <p:blipFill>
          <a:blip r:embed="rId2"/>
          <a:srcRect/>
          <a:stretch/>
        </p:blipFill>
        <p:spPr>
          <a:xfrm>
            <a:off x="0" y="0"/>
            <a:ext cx="12192000" cy="6858000"/>
          </a:xfrm>
          <a:prstGeom prst="rect">
            <a:avLst/>
          </a:prstGeom>
        </p:spPr>
      </p:pic>
      <p:pic>
        <p:nvPicPr>
          <p:cNvPr id="5" name="図 4">
            <a:extLst>
              <a:ext uri="{FF2B5EF4-FFF2-40B4-BE49-F238E27FC236}">
                <a16:creationId xmlns:a16="http://schemas.microsoft.com/office/drawing/2014/main" id="{2831E5C8-18EB-2484-7419-A7621BEDE708}"/>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7" name="タイトル 6">
            <a:extLst>
              <a:ext uri="{FF2B5EF4-FFF2-40B4-BE49-F238E27FC236}">
                <a16:creationId xmlns:a16="http://schemas.microsoft.com/office/drawing/2014/main" id="{6C1A774C-7DB2-663C-4623-5850406753D0}"/>
              </a:ext>
            </a:extLst>
          </p:cNvPr>
          <p:cNvSpPr>
            <a:spLocks noGrp="1"/>
          </p:cNvSpPr>
          <p:nvPr>
            <p:ph type="title" hasCustomPrompt="1"/>
          </p:nvPr>
        </p:nvSpPr>
        <p:spPr>
          <a:xfrm>
            <a:off x="454294" y="1196975"/>
            <a:ext cx="10927080" cy="589915"/>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3" name="スライド番号プレースホルダー 2">
            <a:extLst>
              <a:ext uri="{FF2B5EF4-FFF2-40B4-BE49-F238E27FC236}">
                <a16:creationId xmlns:a16="http://schemas.microsoft.com/office/drawing/2014/main" id="{BEF15FF9-0880-B2C3-B4BF-CF5692E1BBE1}"/>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28113895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_中表紙スライド2">
    <p:spTree>
      <p:nvGrpSpPr>
        <p:cNvPr id="1" name=""/>
        <p:cNvGrpSpPr/>
        <p:nvPr/>
      </p:nvGrpSpPr>
      <p:grpSpPr>
        <a:xfrm>
          <a:off x="0" y="0"/>
          <a:ext cx="0" cy="0"/>
          <a:chOff x="0" y="0"/>
          <a:chExt cx="0" cy="0"/>
        </a:xfrm>
      </p:grpSpPr>
      <p:pic>
        <p:nvPicPr>
          <p:cNvPr id="6" name="図 5" descr="図形, 背景パターン, 矢印&#10;&#10;自動的に生成された説明">
            <a:extLst>
              <a:ext uri="{FF2B5EF4-FFF2-40B4-BE49-F238E27FC236}">
                <a16:creationId xmlns:a16="http://schemas.microsoft.com/office/drawing/2014/main" id="{556B259B-B911-0CA1-C42F-FAA7E0FFD7BB}"/>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2" name="タイトル 6">
            <a:extLst>
              <a:ext uri="{FF2B5EF4-FFF2-40B4-BE49-F238E27FC236}">
                <a16:creationId xmlns:a16="http://schemas.microsoft.com/office/drawing/2014/main" id="{3AAF5D27-76AF-9EF9-9D52-219FCF8F0E53}"/>
              </a:ext>
            </a:extLst>
          </p:cNvPr>
          <p:cNvSpPr>
            <a:spLocks noGrp="1"/>
          </p:cNvSpPr>
          <p:nvPr>
            <p:ph type="title" hasCustomPrompt="1"/>
          </p:nvPr>
        </p:nvSpPr>
        <p:spPr>
          <a:xfrm>
            <a:off x="454296" y="1196975"/>
            <a:ext cx="10927080" cy="589915"/>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4" name="スライド番号プレースホルダー 3">
            <a:extLst>
              <a:ext uri="{FF2B5EF4-FFF2-40B4-BE49-F238E27FC236}">
                <a16:creationId xmlns:a16="http://schemas.microsoft.com/office/drawing/2014/main" id="{926C43C7-AE2D-52F4-39C3-82789D69CC96}"/>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3493254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タイトルスライド">
    <p:bg>
      <p:bgPr>
        <a:solidFill>
          <a:srgbClr val="FFFFFF"/>
        </a:solidFill>
        <a:effectLst/>
      </p:bgPr>
    </p:bg>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CFCD422C-2C8C-FA55-B96B-97B10DC1CC4B}"/>
              </a:ext>
            </a:extLst>
          </p:cNvPr>
          <p:cNvPicPr>
            <a:picLocks noChangeAspect="1"/>
          </p:cNvPicPr>
          <p:nvPr userDrawn="1"/>
        </p:nvPicPr>
        <p:blipFill rotWithShape="1">
          <a:blip r:embed="rId2"/>
          <a:srcRect r="2321"/>
          <a:stretch/>
        </p:blipFill>
        <p:spPr>
          <a:xfrm>
            <a:off x="283036" y="0"/>
            <a:ext cx="11908964" cy="6858000"/>
          </a:xfrm>
          <a:prstGeom prst="rect">
            <a:avLst/>
          </a:prstGeom>
        </p:spPr>
      </p:pic>
      <p:pic>
        <p:nvPicPr>
          <p:cNvPr id="5" name="図 4">
            <a:extLst>
              <a:ext uri="{FF2B5EF4-FFF2-40B4-BE49-F238E27FC236}">
                <a16:creationId xmlns:a16="http://schemas.microsoft.com/office/drawing/2014/main" id="{F66388A7-6010-5A0E-3B23-6394FC6EC478}"/>
              </a:ext>
            </a:extLst>
          </p:cNvPr>
          <p:cNvPicPr>
            <a:picLocks noChangeAspect="1"/>
          </p:cNvPicPr>
          <p:nvPr userDrawn="1"/>
        </p:nvPicPr>
        <p:blipFill>
          <a:blip r:embed="rId3"/>
          <a:stretch>
            <a:fillRect/>
          </a:stretch>
        </p:blipFill>
        <p:spPr>
          <a:xfrm>
            <a:off x="576263" y="5491831"/>
            <a:ext cx="2400000" cy="487403"/>
          </a:xfrm>
          <a:prstGeom prst="rect">
            <a:avLst/>
          </a:prstGeom>
        </p:spPr>
      </p:pic>
      <p:sp>
        <p:nvSpPr>
          <p:cNvPr id="11" name="コンテンツ プレースホルダー 12">
            <a:extLst>
              <a:ext uri="{FF2B5EF4-FFF2-40B4-BE49-F238E27FC236}">
                <a16:creationId xmlns:a16="http://schemas.microsoft.com/office/drawing/2014/main" id="{E889DD8F-8662-F86E-7D9D-2EBC4946B22C}"/>
              </a:ext>
            </a:extLst>
          </p:cNvPr>
          <p:cNvSpPr>
            <a:spLocks noGrp="1"/>
          </p:cNvSpPr>
          <p:nvPr>
            <p:ph sz="quarter" idx="11" hasCustomPrompt="1"/>
          </p:nvPr>
        </p:nvSpPr>
        <p:spPr>
          <a:xfrm>
            <a:off x="487531" y="2022017"/>
            <a:ext cx="7317526" cy="653422"/>
          </a:xfrm>
          <a:prstGeom prst="rect">
            <a:avLst/>
          </a:prstGeom>
        </p:spPr>
        <p:txBody>
          <a:bodyPr anchor="ctr"/>
          <a:lstStyle>
            <a:lvl1pPr marL="0" indent="0">
              <a:lnSpc>
                <a:spcPct val="130000"/>
              </a:lnSpc>
              <a:spcBef>
                <a:spcPts val="0"/>
              </a:spcBef>
              <a:buNone/>
              <a:defRPr sz="1800" b="1" i="0">
                <a:solidFill>
                  <a:srgbClr val="1C3177"/>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氏名</a:t>
            </a:r>
            <a:r>
              <a:rPr kumimoji="1" lang="en-US" altLang="ja-JP"/>
              <a:t>       </a:t>
            </a:r>
          </a:p>
          <a:p>
            <a:pPr lvl="0"/>
            <a:r>
              <a:rPr kumimoji="1" lang="ja-JP" altLang="en-US"/>
              <a:t>游ゴシック</a:t>
            </a:r>
            <a:r>
              <a:rPr kumimoji="1" lang="en-US" altLang="ja-JP"/>
              <a:t>/Bold</a:t>
            </a:r>
            <a:endParaRPr kumimoji="1" lang="ja-JP" altLang="en-US"/>
          </a:p>
        </p:txBody>
      </p:sp>
      <p:sp>
        <p:nvSpPr>
          <p:cNvPr id="2" name="タイトル 1">
            <a:extLst>
              <a:ext uri="{FF2B5EF4-FFF2-40B4-BE49-F238E27FC236}">
                <a16:creationId xmlns:a16="http://schemas.microsoft.com/office/drawing/2014/main" id="{B1D6FE57-69DC-8236-A030-07B36F0CCC2D}"/>
              </a:ext>
            </a:extLst>
          </p:cNvPr>
          <p:cNvSpPr>
            <a:spLocks noGrp="1"/>
          </p:cNvSpPr>
          <p:nvPr>
            <p:ph type="title" hasCustomPrompt="1"/>
          </p:nvPr>
        </p:nvSpPr>
        <p:spPr>
          <a:xfrm>
            <a:off x="468133" y="265791"/>
            <a:ext cx="8337200" cy="1396497"/>
          </a:xfrm>
          <a:prstGeom prst="rect">
            <a:avLst/>
          </a:prstGeom>
        </p:spPr>
        <p:txBody>
          <a:bodyPr/>
          <a:lstStyle>
            <a:lvl1pPr>
              <a:lnSpc>
                <a:spcPct val="110000"/>
              </a:lnSpc>
              <a:defRPr sz="4000" b="1">
                <a:solidFill>
                  <a:schemeClr val="tx2"/>
                </a:solidFill>
                <a:latin typeface="+mn-ea"/>
                <a:ea typeface="+mn-ea"/>
              </a:defRPr>
            </a:lvl1pPr>
          </a:lstStyle>
          <a:p>
            <a:r>
              <a:rPr kumimoji="1" lang="ja-JP" altLang="en-US"/>
              <a:t>タイトルタイトル</a:t>
            </a:r>
            <a:br>
              <a:rPr kumimoji="1" lang="en-US" altLang="ja-JP"/>
            </a:br>
            <a:r>
              <a:rPr kumimoji="1" lang="ja-JP" altLang="en-US"/>
              <a:t>游ゴシック</a:t>
            </a:r>
            <a:r>
              <a:rPr kumimoji="1" lang="en-US" altLang="ja-JP"/>
              <a:t>/Bold</a:t>
            </a:r>
            <a:endParaRPr kumimoji="1" lang="ja-JP" altLang="en-US"/>
          </a:p>
        </p:txBody>
      </p:sp>
      <p:sp>
        <p:nvSpPr>
          <p:cNvPr id="3" name="コンテンツ プレースホルダー 12">
            <a:extLst>
              <a:ext uri="{FF2B5EF4-FFF2-40B4-BE49-F238E27FC236}">
                <a16:creationId xmlns:a16="http://schemas.microsoft.com/office/drawing/2014/main" id="{2A8EBC5D-D2E1-1C20-DCE7-A64CD225CA2C}"/>
              </a:ext>
            </a:extLst>
          </p:cNvPr>
          <p:cNvSpPr>
            <a:spLocks noGrp="1"/>
          </p:cNvSpPr>
          <p:nvPr>
            <p:ph sz="quarter" idx="12" hasCustomPrompt="1"/>
          </p:nvPr>
        </p:nvSpPr>
        <p:spPr>
          <a:xfrm>
            <a:off x="487531" y="2871021"/>
            <a:ext cx="4816307" cy="932527"/>
          </a:xfrm>
          <a:prstGeom prst="rect">
            <a:avLst/>
          </a:prstGeom>
        </p:spPr>
        <p:txBody>
          <a:bodyPr anchor="ctr"/>
          <a:lstStyle>
            <a:lvl1pPr marL="0" indent="0">
              <a:lnSpc>
                <a:spcPct val="130000"/>
              </a:lnSpc>
              <a:spcBef>
                <a:spcPts val="0"/>
              </a:spcBef>
              <a:buNone/>
              <a:defRPr sz="16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役職</a:t>
            </a:r>
            <a:endParaRPr kumimoji="1" lang="en-US" altLang="ja-JP"/>
          </a:p>
          <a:p>
            <a:pPr lvl="0"/>
            <a:r>
              <a:rPr kumimoji="1" lang="ja-JP" altLang="en-US"/>
              <a:t>所属</a:t>
            </a:r>
            <a:r>
              <a:rPr kumimoji="1" lang="en-US" altLang="ja-JP"/>
              <a:t>         </a:t>
            </a:r>
          </a:p>
          <a:p>
            <a:pPr lvl="0"/>
            <a:r>
              <a:rPr kumimoji="1" lang="ja-JP" altLang="en-US"/>
              <a:t>游ゴシック</a:t>
            </a:r>
            <a:r>
              <a:rPr kumimoji="1" lang="en-US" altLang="ja-JP"/>
              <a:t>/Bold</a:t>
            </a:r>
          </a:p>
        </p:txBody>
      </p:sp>
      <p:sp>
        <p:nvSpPr>
          <p:cNvPr id="6" name="コンテンツ プレースホルダー 12">
            <a:extLst>
              <a:ext uri="{FF2B5EF4-FFF2-40B4-BE49-F238E27FC236}">
                <a16:creationId xmlns:a16="http://schemas.microsoft.com/office/drawing/2014/main" id="{D69F5F0E-B33F-A6C1-A24C-00513592DBCB}"/>
              </a:ext>
            </a:extLst>
          </p:cNvPr>
          <p:cNvSpPr>
            <a:spLocks noGrp="1"/>
          </p:cNvSpPr>
          <p:nvPr>
            <p:ph sz="quarter" idx="13" hasCustomPrompt="1"/>
          </p:nvPr>
        </p:nvSpPr>
        <p:spPr>
          <a:xfrm>
            <a:off x="8805333" y="261448"/>
            <a:ext cx="2910716" cy="617471"/>
          </a:xfrm>
          <a:prstGeom prst="rect">
            <a:avLst/>
          </a:prstGeom>
        </p:spPr>
        <p:txBody>
          <a:bodyPr lIns="90000" anchor="ctr">
            <a:noAutofit/>
          </a:bodyPr>
          <a:lstStyle>
            <a:lvl1pPr marL="0" indent="0" algn="r">
              <a:lnSpc>
                <a:spcPct val="150000"/>
              </a:lnSpc>
              <a:spcBef>
                <a:spcPts val="0"/>
              </a:spcBef>
              <a:buNone/>
              <a:defRPr sz="14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イベント名・日付</a:t>
            </a:r>
            <a:r>
              <a:rPr kumimoji="1" lang="en-US" altLang="ja-JP"/>
              <a:t> </a:t>
            </a:r>
            <a:r>
              <a:rPr kumimoji="1" lang="ja-JP" altLang="en-US"/>
              <a:t>　　</a:t>
            </a:r>
            <a:endParaRPr kumimoji="1" lang="en-US" altLang="ja-JP"/>
          </a:p>
          <a:p>
            <a:pPr lvl="0"/>
            <a:r>
              <a:rPr kumimoji="1" lang="ja-JP" altLang="en-US"/>
              <a:t>游ゴシック</a:t>
            </a:r>
            <a:r>
              <a:rPr kumimoji="1" lang="en-US" altLang="ja-JP"/>
              <a:t> /Bold</a:t>
            </a:r>
            <a:r>
              <a:rPr kumimoji="1" lang="ja-JP" altLang="en-US"/>
              <a:t>　</a:t>
            </a:r>
          </a:p>
        </p:txBody>
      </p:sp>
    </p:spTree>
    <p:extLst>
      <p:ext uri="{BB962C8B-B14F-4D97-AF65-F5344CB8AC3E}">
        <p14:creationId xmlns:p14="http://schemas.microsoft.com/office/powerpoint/2010/main" val="1533399195"/>
      </p:ext>
    </p:extLst>
  </p:cSld>
  <p:clrMapOvr>
    <a:masterClrMapping/>
  </p:clrMapOvr>
  <p:extLst mod="1">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中表紙スライド1">
    <p:bg>
      <p:bgPr>
        <a:solidFill>
          <a:srgbClr val="FFFFFF"/>
        </a:solidFill>
        <a:effectLst/>
      </p:bgPr>
    </p:bg>
    <p:spTree>
      <p:nvGrpSpPr>
        <p:cNvPr id="1" name=""/>
        <p:cNvGrpSpPr/>
        <p:nvPr/>
      </p:nvGrpSpPr>
      <p:grpSpPr>
        <a:xfrm>
          <a:off x="0" y="0"/>
          <a:ext cx="0" cy="0"/>
          <a:chOff x="0" y="0"/>
          <a:chExt cx="0" cy="0"/>
        </a:xfrm>
      </p:grpSpPr>
      <p:pic>
        <p:nvPicPr>
          <p:cNvPr id="11" name="図 10">
            <a:extLst>
              <a:ext uri="{FF2B5EF4-FFF2-40B4-BE49-F238E27FC236}">
                <a16:creationId xmlns:a16="http://schemas.microsoft.com/office/drawing/2014/main" id="{B09E5F40-522C-6EC0-7328-7F52FDF9E064}"/>
              </a:ext>
            </a:extLst>
          </p:cNvPr>
          <p:cNvPicPr>
            <a:picLocks noChangeAspect="1"/>
          </p:cNvPicPr>
          <p:nvPr userDrawn="1"/>
        </p:nvPicPr>
        <p:blipFill rotWithShape="1">
          <a:blip r:embed="rId2"/>
          <a:srcRect r="4795"/>
          <a:stretch/>
        </p:blipFill>
        <p:spPr>
          <a:xfrm>
            <a:off x="584610" y="0"/>
            <a:ext cx="11607390" cy="6858000"/>
          </a:xfrm>
          <a:prstGeom prst="rect">
            <a:avLst/>
          </a:prstGeom>
        </p:spPr>
      </p:pic>
      <p:pic>
        <p:nvPicPr>
          <p:cNvPr id="5" name="図 4">
            <a:extLst>
              <a:ext uri="{FF2B5EF4-FFF2-40B4-BE49-F238E27FC236}">
                <a16:creationId xmlns:a16="http://schemas.microsoft.com/office/drawing/2014/main" id="{2831E5C8-18EB-2484-7419-A7621BEDE708}"/>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4" name="タイトル 6">
            <a:extLst>
              <a:ext uri="{FF2B5EF4-FFF2-40B4-BE49-F238E27FC236}">
                <a16:creationId xmlns:a16="http://schemas.microsoft.com/office/drawing/2014/main" id="{E6C33D6D-9C84-D9CF-C2DA-008D7EF00E7D}"/>
              </a:ext>
            </a:extLst>
          </p:cNvPr>
          <p:cNvSpPr>
            <a:spLocks noGrp="1"/>
          </p:cNvSpPr>
          <p:nvPr>
            <p:ph type="title" hasCustomPrompt="1"/>
          </p:nvPr>
        </p:nvSpPr>
        <p:spPr>
          <a:xfrm>
            <a:off x="486952" y="4404047"/>
            <a:ext cx="5609048" cy="1577028"/>
          </a:xfrm>
          <a:prstGeom prst="rect">
            <a:avLst/>
          </a:prstGeom>
        </p:spPr>
        <p:txBody>
          <a:bodyPr/>
          <a:lstStyle>
            <a:lvl1pPr>
              <a:defRPr sz="3600" b="1" i="0">
                <a:solidFill>
                  <a:schemeClr val="tx2"/>
                </a:solidFill>
                <a:latin typeface="+mn-ea"/>
                <a:ea typeface="+mn-ea"/>
              </a:defRPr>
            </a:lvl1pPr>
          </a:lstStyle>
          <a:p>
            <a:r>
              <a:rPr kumimoji="1" lang="ja-JP" altLang="en-US"/>
              <a:t>タイトル</a:t>
            </a:r>
            <a:br>
              <a:rPr kumimoji="1" lang="en-US" altLang="ja-JP"/>
            </a:br>
            <a:r>
              <a:rPr kumimoji="1" lang="ja-JP" altLang="en-US"/>
              <a:t>タイトル</a:t>
            </a:r>
            <a:br>
              <a:rPr kumimoji="1" lang="en-US" altLang="ja-JP"/>
            </a:br>
            <a:r>
              <a:rPr kumimoji="1" lang="ja-JP" altLang="en-US"/>
              <a:t>游ゴシック</a:t>
            </a:r>
            <a:r>
              <a:rPr kumimoji="1" lang="en-US" altLang="ja-JP"/>
              <a:t>/Bold</a:t>
            </a:r>
            <a:endParaRPr kumimoji="1" lang="ja-JP" altLang="en-US"/>
          </a:p>
        </p:txBody>
      </p:sp>
      <p:sp>
        <p:nvSpPr>
          <p:cNvPr id="2" name="スライド番号プレースホルダー 1">
            <a:extLst>
              <a:ext uri="{FF2B5EF4-FFF2-40B4-BE49-F238E27FC236}">
                <a16:creationId xmlns:a16="http://schemas.microsoft.com/office/drawing/2014/main" id="{57DDFCDE-6AC7-26AD-1E99-E35A31393F97}"/>
              </a:ext>
            </a:extLst>
          </p:cNvPr>
          <p:cNvSpPr>
            <a:spLocks noGrp="1"/>
          </p:cNvSpPr>
          <p:nvPr>
            <p:ph type="sldNum" sz="quarter" idx="10"/>
          </p:nvPr>
        </p:nvSpPr>
        <p:spPr/>
        <p:txBody>
          <a:bodyPr/>
          <a:lstStyle>
            <a:lvl1pPr>
              <a:defRPr>
                <a:solidFill>
                  <a:schemeClr val="bg1"/>
                </a:solidFill>
              </a:defRPr>
            </a:lvl1p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50021206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中表紙スライド2">
    <p:spTree>
      <p:nvGrpSpPr>
        <p:cNvPr id="1" name=""/>
        <p:cNvGrpSpPr/>
        <p:nvPr/>
      </p:nvGrpSpPr>
      <p:grpSpPr>
        <a:xfrm>
          <a:off x="0" y="0"/>
          <a:ext cx="0" cy="0"/>
          <a:chOff x="0" y="0"/>
          <a:chExt cx="0" cy="0"/>
        </a:xfrm>
      </p:grpSpPr>
      <p:pic>
        <p:nvPicPr>
          <p:cNvPr id="6" name="図 5" descr="背景パターン&#10;&#10;自動的に生成された説明">
            <a:extLst>
              <a:ext uri="{FF2B5EF4-FFF2-40B4-BE49-F238E27FC236}">
                <a16:creationId xmlns:a16="http://schemas.microsoft.com/office/drawing/2014/main" id="{3552089B-BE10-A6B4-0520-088629B63AF6}"/>
              </a:ext>
            </a:extLst>
          </p:cNvPr>
          <p:cNvPicPr>
            <a:picLocks noChangeAspect="1"/>
          </p:cNvPicPr>
          <p:nvPr userDrawn="1"/>
        </p:nvPicPr>
        <p:blipFill rotWithShape="1">
          <a:blip r:embed="rId2"/>
          <a:srcRect r="4795"/>
          <a:stretch/>
        </p:blipFill>
        <p:spPr>
          <a:xfrm>
            <a:off x="584613" y="0"/>
            <a:ext cx="11607387" cy="6858000"/>
          </a:xfrm>
          <a:prstGeom prst="rect">
            <a:avLst/>
          </a:prstGeom>
        </p:spPr>
      </p:pic>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2" name="スライド番号プレースホルダー 1">
            <a:extLst>
              <a:ext uri="{FF2B5EF4-FFF2-40B4-BE49-F238E27FC236}">
                <a16:creationId xmlns:a16="http://schemas.microsoft.com/office/drawing/2014/main" id="{1B6F4E6A-6447-6E0D-0158-4A77C5531E06}"/>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
        <p:nvSpPr>
          <p:cNvPr id="3" name="タイトル 6">
            <a:extLst>
              <a:ext uri="{FF2B5EF4-FFF2-40B4-BE49-F238E27FC236}">
                <a16:creationId xmlns:a16="http://schemas.microsoft.com/office/drawing/2014/main" id="{55C1AE9A-A0E5-2B15-C809-16C60A5E7E74}"/>
              </a:ext>
            </a:extLst>
          </p:cNvPr>
          <p:cNvSpPr>
            <a:spLocks noGrp="1"/>
          </p:cNvSpPr>
          <p:nvPr>
            <p:ph type="title" hasCustomPrompt="1"/>
          </p:nvPr>
        </p:nvSpPr>
        <p:spPr>
          <a:xfrm>
            <a:off x="486952" y="4404050"/>
            <a:ext cx="5609048" cy="1577028"/>
          </a:xfrm>
          <a:prstGeom prst="rect">
            <a:avLst/>
          </a:prstGeom>
        </p:spPr>
        <p:txBody>
          <a:bodyPr/>
          <a:lstStyle>
            <a:lvl1pPr>
              <a:defRPr sz="3600" b="1" i="0">
                <a:solidFill>
                  <a:schemeClr val="tx2"/>
                </a:solidFill>
                <a:latin typeface="+mn-ea"/>
                <a:ea typeface="+mn-ea"/>
              </a:defRPr>
            </a:lvl1pPr>
          </a:lstStyle>
          <a:p>
            <a:r>
              <a:rPr kumimoji="1" lang="ja-JP" altLang="en-US"/>
              <a:t>タイトル</a:t>
            </a:r>
            <a:br>
              <a:rPr kumimoji="1" lang="en-US" altLang="ja-JP"/>
            </a:br>
            <a:r>
              <a:rPr kumimoji="1" lang="ja-JP" altLang="en-US"/>
              <a:t>タイトル</a:t>
            </a:r>
            <a:br>
              <a:rPr kumimoji="1" lang="en-US" altLang="ja-JP"/>
            </a:br>
            <a:r>
              <a:rPr kumimoji="1" lang="ja-JP" altLang="en-US"/>
              <a:t>游ゴシック</a:t>
            </a:r>
            <a:r>
              <a:rPr kumimoji="1" lang="en-US" altLang="ja-JP"/>
              <a:t>/Bold</a:t>
            </a:r>
            <a:endParaRPr kumimoji="1" lang="ja-JP" altLang="en-US"/>
          </a:p>
        </p:txBody>
      </p:sp>
    </p:spTree>
    <p:extLst>
      <p:ext uri="{BB962C8B-B14F-4D97-AF65-F5344CB8AC3E}">
        <p14:creationId xmlns:p14="http://schemas.microsoft.com/office/powerpoint/2010/main" val="1971637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タイトルスライド">
    <p:bg>
      <p:bgPr>
        <a:solidFill>
          <a:srgbClr val="FFFFFF"/>
        </a:solidFill>
        <a:effectLst/>
      </p:bgPr>
    </p:bg>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707384A5-816F-4B1C-723C-1CCF10DD75D7}"/>
              </a:ext>
            </a:extLst>
          </p:cNvPr>
          <p:cNvPicPr>
            <a:picLocks noChangeAspect="1"/>
          </p:cNvPicPr>
          <p:nvPr userDrawn="1"/>
        </p:nvPicPr>
        <p:blipFill>
          <a:blip r:embed="rId2"/>
          <a:srcRect/>
          <a:stretch/>
        </p:blipFill>
        <p:spPr>
          <a:xfrm>
            <a:off x="0" y="0"/>
            <a:ext cx="12192000" cy="6858000"/>
          </a:xfrm>
          <a:prstGeom prst="rect">
            <a:avLst/>
          </a:prstGeom>
        </p:spPr>
      </p:pic>
      <p:pic>
        <p:nvPicPr>
          <p:cNvPr id="5" name="図 4">
            <a:extLst>
              <a:ext uri="{FF2B5EF4-FFF2-40B4-BE49-F238E27FC236}">
                <a16:creationId xmlns:a16="http://schemas.microsoft.com/office/drawing/2014/main" id="{4087F9BA-766B-8200-DC42-2D03F5DD8196}"/>
              </a:ext>
            </a:extLst>
          </p:cNvPr>
          <p:cNvPicPr>
            <a:picLocks noChangeAspect="1"/>
          </p:cNvPicPr>
          <p:nvPr userDrawn="1"/>
        </p:nvPicPr>
        <p:blipFill>
          <a:blip r:embed="rId3"/>
          <a:stretch>
            <a:fillRect/>
          </a:stretch>
        </p:blipFill>
        <p:spPr>
          <a:xfrm>
            <a:off x="9457038" y="836369"/>
            <a:ext cx="2400000" cy="487403"/>
          </a:xfrm>
          <a:prstGeom prst="rect">
            <a:avLst/>
          </a:prstGeom>
        </p:spPr>
      </p:pic>
      <p:sp>
        <p:nvSpPr>
          <p:cNvPr id="6" name="タイトル 7">
            <a:extLst>
              <a:ext uri="{FF2B5EF4-FFF2-40B4-BE49-F238E27FC236}">
                <a16:creationId xmlns:a16="http://schemas.microsoft.com/office/drawing/2014/main" id="{B0E283A0-90F6-1D77-C0DD-892F47D1C478}"/>
              </a:ext>
            </a:extLst>
          </p:cNvPr>
          <p:cNvSpPr>
            <a:spLocks noGrp="1"/>
          </p:cNvSpPr>
          <p:nvPr>
            <p:ph type="title" hasCustomPrompt="1"/>
          </p:nvPr>
        </p:nvSpPr>
        <p:spPr>
          <a:xfrm>
            <a:off x="483118" y="3682279"/>
            <a:ext cx="10488876" cy="1325563"/>
          </a:xfrm>
          <a:prstGeom prst="rect">
            <a:avLst/>
          </a:prstGeom>
        </p:spPr>
        <p:txBody>
          <a:bodyPr/>
          <a:lstStyle>
            <a:lvl1pPr>
              <a:lnSpc>
                <a:spcPct val="110000"/>
              </a:lnSpc>
              <a:defRPr sz="4000" b="1" i="0">
                <a:solidFill>
                  <a:srgbClr val="1C3177"/>
                </a:solidFill>
                <a:latin typeface="+mn-ea"/>
                <a:ea typeface="+mn-ea"/>
              </a:defRPr>
            </a:lvl1pPr>
          </a:lstStyle>
          <a:p>
            <a:r>
              <a:rPr kumimoji="1" lang="ja-JP" altLang="en-US"/>
              <a:t>タイトルタイトル</a:t>
            </a:r>
            <a:br>
              <a:rPr kumimoji="1" lang="en-US" altLang="ja-JP"/>
            </a:br>
            <a:r>
              <a:rPr kumimoji="1" lang="ja-JP" altLang="en-US"/>
              <a:t>游ゴシック</a:t>
            </a:r>
            <a:r>
              <a:rPr kumimoji="1" lang="en-US" altLang="ja-JP"/>
              <a:t>/Bold</a:t>
            </a:r>
            <a:endParaRPr kumimoji="1" lang="ja-JP" altLang="en-US"/>
          </a:p>
        </p:txBody>
      </p:sp>
      <p:sp>
        <p:nvSpPr>
          <p:cNvPr id="7" name="コンテンツ プレースホルダー 12">
            <a:extLst>
              <a:ext uri="{FF2B5EF4-FFF2-40B4-BE49-F238E27FC236}">
                <a16:creationId xmlns:a16="http://schemas.microsoft.com/office/drawing/2014/main" id="{705224EE-311E-7AAA-7C7B-93AE5CF2EF36}"/>
              </a:ext>
            </a:extLst>
          </p:cNvPr>
          <p:cNvSpPr>
            <a:spLocks noGrp="1"/>
          </p:cNvSpPr>
          <p:nvPr>
            <p:ph sz="quarter" idx="10" hasCustomPrompt="1"/>
          </p:nvPr>
        </p:nvSpPr>
        <p:spPr>
          <a:xfrm>
            <a:off x="482151" y="5218706"/>
            <a:ext cx="8487678" cy="686792"/>
          </a:xfrm>
          <a:prstGeom prst="rect">
            <a:avLst/>
          </a:prstGeom>
        </p:spPr>
        <p:txBody>
          <a:bodyPr anchor="ctr"/>
          <a:lstStyle>
            <a:lvl1pPr marL="0" indent="0">
              <a:lnSpc>
                <a:spcPct val="130000"/>
              </a:lnSpc>
              <a:spcBef>
                <a:spcPts val="0"/>
              </a:spcBef>
              <a:buNone/>
              <a:defRPr sz="1800" b="1" i="0">
                <a:solidFill>
                  <a:srgbClr val="1C3177"/>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名前</a:t>
            </a:r>
            <a:r>
              <a:rPr kumimoji="1" lang="en-US" altLang="ja-JP"/>
              <a:t>        </a:t>
            </a:r>
          </a:p>
          <a:p>
            <a:pPr lvl="0"/>
            <a:r>
              <a:rPr kumimoji="1" lang="ja-JP" altLang="en-US"/>
              <a:t>游ゴシック</a:t>
            </a:r>
            <a:r>
              <a:rPr kumimoji="1" lang="en-US" altLang="ja-JP"/>
              <a:t>/Bold</a:t>
            </a:r>
            <a:endParaRPr kumimoji="1" lang="ja-JP" altLang="en-US"/>
          </a:p>
        </p:txBody>
      </p:sp>
      <p:sp>
        <p:nvSpPr>
          <p:cNvPr id="2" name="コンテンツ プレースホルダー 12">
            <a:extLst>
              <a:ext uri="{FF2B5EF4-FFF2-40B4-BE49-F238E27FC236}">
                <a16:creationId xmlns:a16="http://schemas.microsoft.com/office/drawing/2014/main" id="{15C8D278-230A-DD61-6E93-44412F5CC2F7}"/>
              </a:ext>
            </a:extLst>
          </p:cNvPr>
          <p:cNvSpPr>
            <a:spLocks noGrp="1"/>
          </p:cNvSpPr>
          <p:nvPr>
            <p:ph sz="quarter" idx="11" hasCustomPrompt="1"/>
          </p:nvPr>
        </p:nvSpPr>
        <p:spPr>
          <a:xfrm>
            <a:off x="482151" y="5998028"/>
            <a:ext cx="8487678" cy="567957"/>
          </a:xfrm>
          <a:prstGeom prst="rect">
            <a:avLst/>
          </a:prstGeom>
        </p:spPr>
        <p:txBody>
          <a:bodyPr anchor="ctr"/>
          <a:lstStyle>
            <a:lvl1pPr marL="0" indent="0">
              <a:lnSpc>
                <a:spcPct val="130000"/>
              </a:lnSpc>
              <a:spcBef>
                <a:spcPts val="0"/>
              </a:spcBef>
              <a:buNone/>
              <a:defRPr sz="16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役職・所属</a:t>
            </a:r>
            <a:r>
              <a:rPr kumimoji="1" lang="en-US" altLang="ja-JP"/>
              <a:t>          </a:t>
            </a:r>
          </a:p>
          <a:p>
            <a:pPr lvl="0"/>
            <a:r>
              <a:rPr kumimoji="1" lang="ja-JP" altLang="en-US"/>
              <a:t>游ゴシック</a:t>
            </a:r>
            <a:r>
              <a:rPr kumimoji="1" lang="en-US" altLang="ja-JP"/>
              <a:t>/Bold</a:t>
            </a:r>
          </a:p>
        </p:txBody>
      </p:sp>
      <p:sp>
        <p:nvSpPr>
          <p:cNvPr id="3" name="コンテンツ プレースホルダー 12">
            <a:extLst>
              <a:ext uri="{FF2B5EF4-FFF2-40B4-BE49-F238E27FC236}">
                <a16:creationId xmlns:a16="http://schemas.microsoft.com/office/drawing/2014/main" id="{A1ED2FF8-9462-1D57-B7AA-32BCEA1BC89C}"/>
              </a:ext>
            </a:extLst>
          </p:cNvPr>
          <p:cNvSpPr>
            <a:spLocks noGrp="1"/>
          </p:cNvSpPr>
          <p:nvPr>
            <p:ph sz="quarter" idx="13" hasCustomPrompt="1"/>
          </p:nvPr>
        </p:nvSpPr>
        <p:spPr>
          <a:xfrm>
            <a:off x="7434942" y="1475590"/>
            <a:ext cx="4509711" cy="356531"/>
          </a:xfrm>
          <a:prstGeom prst="rect">
            <a:avLst/>
          </a:prstGeom>
        </p:spPr>
        <p:txBody>
          <a:bodyPr lIns="90000" anchor="ctr">
            <a:noAutofit/>
          </a:bodyPr>
          <a:lstStyle>
            <a:lvl1pPr marL="0" indent="0" algn="r">
              <a:lnSpc>
                <a:spcPct val="150000"/>
              </a:lnSpc>
              <a:spcBef>
                <a:spcPts val="0"/>
              </a:spcBef>
              <a:buNone/>
              <a:defRPr sz="14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イベント名・日付</a:t>
            </a:r>
            <a:r>
              <a:rPr kumimoji="1" lang="en-US" altLang="ja-JP"/>
              <a:t> </a:t>
            </a:r>
            <a:r>
              <a:rPr kumimoji="1" lang="ja-JP" altLang="en-US"/>
              <a:t>　　　游ゴシック</a:t>
            </a:r>
            <a:r>
              <a:rPr kumimoji="1" lang="en-US" altLang="ja-JP"/>
              <a:t> /Bold</a:t>
            </a:r>
            <a:r>
              <a:rPr kumimoji="1" lang="ja-JP" altLang="en-US"/>
              <a:t>　　</a:t>
            </a:r>
          </a:p>
        </p:txBody>
      </p:sp>
    </p:spTree>
    <p:extLst>
      <p:ext uri="{BB962C8B-B14F-4D97-AF65-F5344CB8AC3E}">
        <p14:creationId xmlns:p14="http://schemas.microsoft.com/office/powerpoint/2010/main" val="1925284591"/>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中表紙スライド1">
    <p:bg>
      <p:bgPr>
        <a:solidFill>
          <a:srgbClr val="FFFFFF"/>
        </a:solidFill>
        <a:effectLst/>
      </p:bgPr>
    </p:bg>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DC0F47B4-DF50-5051-5B14-DE4EEDCD9187}"/>
              </a:ext>
            </a:extLst>
          </p:cNvPr>
          <p:cNvPicPr>
            <a:picLocks noChangeAspect="1"/>
          </p:cNvPicPr>
          <p:nvPr userDrawn="1"/>
        </p:nvPicPr>
        <p:blipFill>
          <a:blip r:embed="rId2"/>
          <a:srcRect/>
          <a:stretch/>
        </p:blipFill>
        <p:spPr>
          <a:xfrm>
            <a:off x="0" y="0"/>
            <a:ext cx="12192000" cy="6858000"/>
          </a:xfrm>
          <a:prstGeom prst="rect">
            <a:avLst/>
          </a:prstGeom>
        </p:spPr>
      </p:pic>
      <p:pic>
        <p:nvPicPr>
          <p:cNvPr id="5" name="図 4">
            <a:extLst>
              <a:ext uri="{FF2B5EF4-FFF2-40B4-BE49-F238E27FC236}">
                <a16:creationId xmlns:a16="http://schemas.microsoft.com/office/drawing/2014/main" id="{2831E5C8-18EB-2484-7419-A7621BEDE708}"/>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4" name="タイトル 6">
            <a:extLst>
              <a:ext uri="{FF2B5EF4-FFF2-40B4-BE49-F238E27FC236}">
                <a16:creationId xmlns:a16="http://schemas.microsoft.com/office/drawing/2014/main" id="{AF7EF454-1737-6C1B-59FF-6E6B61B85D44}"/>
              </a:ext>
            </a:extLst>
          </p:cNvPr>
          <p:cNvSpPr>
            <a:spLocks noGrp="1"/>
          </p:cNvSpPr>
          <p:nvPr>
            <p:ph type="title" hasCustomPrompt="1"/>
          </p:nvPr>
        </p:nvSpPr>
        <p:spPr>
          <a:xfrm>
            <a:off x="574040" y="2623199"/>
            <a:ext cx="10927080" cy="589915"/>
          </a:xfrm>
          <a:prstGeom prst="rect">
            <a:avLst/>
          </a:prstGeom>
        </p:spPr>
        <p:txBody>
          <a:bodyPr anchor="ctr"/>
          <a:lstStyle>
            <a:lvl1pPr algn="ctr">
              <a:defRPr sz="3600" b="1" i="0">
                <a:solidFill>
                  <a:schemeClr val="tx2"/>
                </a:solidFill>
                <a:latin typeface="+mn-ea"/>
                <a:ea typeface="+mn-ea"/>
              </a:defRPr>
            </a:lvl1pPr>
          </a:lstStyle>
          <a:p>
            <a:r>
              <a:rPr kumimoji="1" lang="ja-JP" altLang="en-US"/>
              <a:t>タイトル</a:t>
            </a:r>
            <a:r>
              <a:rPr kumimoji="1" lang="en-US" altLang="ja-JP"/>
              <a:t>    </a:t>
            </a:r>
            <a:r>
              <a:rPr kumimoji="1" lang="ja-JP" altLang="en-US"/>
              <a:t>游ゴシック</a:t>
            </a:r>
            <a:r>
              <a:rPr kumimoji="1" lang="en-US" altLang="ja-JP"/>
              <a:t>/Bold</a:t>
            </a:r>
            <a:endParaRPr kumimoji="1" lang="ja-JP" altLang="en-US"/>
          </a:p>
        </p:txBody>
      </p:sp>
      <p:sp>
        <p:nvSpPr>
          <p:cNvPr id="2" name="スライド番号プレースホルダー 1">
            <a:extLst>
              <a:ext uri="{FF2B5EF4-FFF2-40B4-BE49-F238E27FC236}">
                <a16:creationId xmlns:a16="http://schemas.microsoft.com/office/drawing/2014/main" id="{FE49821C-314C-A319-5974-669DFE735907}"/>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4129638690"/>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中表紙スライド2">
    <p:spTree>
      <p:nvGrpSpPr>
        <p:cNvPr id="1" name=""/>
        <p:cNvGrpSpPr/>
        <p:nvPr/>
      </p:nvGrpSpPr>
      <p:grpSpPr>
        <a:xfrm>
          <a:off x="0" y="0"/>
          <a:ext cx="0" cy="0"/>
          <a:chOff x="0" y="0"/>
          <a:chExt cx="0" cy="0"/>
        </a:xfrm>
      </p:grpSpPr>
      <p:pic>
        <p:nvPicPr>
          <p:cNvPr id="9" name="図 8" descr="図形, 背景パターン&#10;&#10;自動的に生成された説明">
            <a:extLst>
              <a:ext uri="{FF2B5EF4-FFF2-40B4-BE49-F238E27FC236}">
                <a16:creationId xmlns:a16="http://schemas.microsoft.com/office/drawing/2014/main" id="{EDA50170-5274-385C-B6E6-B3C076E9ACCA}"/>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4" name="タイトル 6">
            <a:extLst>
              <a:ext uri="{FF2B5EF4-FFF2-40B4-BE49-F238E27FC236}">
                <a16:creationId xmlns:a16="http://schemas.microsoft.com/office/drawing/2014/main" id="{454D65FC-2A2B-4BF4-4649-A4D4326D05FC}"/>
              </a:ext>
            </a:extLst>
          </p:cNvPr>
          <p:cNvSpPr>
            <a:spLocks noGrp="1"/>
          </p:cNvSpPr>
          <p:nvPr>
            <p:ph type="title" hasCustomPrompt="1"/>
          </p:nvPr>
        </p:nvSpPr>
        <p:spPr>
          <a:xfrm>
            <a:off x="574040" y="2623199"/>
            <a:ext cx="10927080" cy="589915"/>
          </a:xfrm>
          <a:prstGeom prst="rect">
            <a:avLst/>
          </a:prstGeom>
        </p:spPr>
        <p:txBody>
          <a:bodyPr anchor="ctr"/>
          <a:lstStyle>
            <a:lvl1pPr algn="ctr">
              <a:defRPr sz="3600" b="1" i="0">
                <a:solidFill>
                  <a:schemeClr val="tx2"/>
                </a:solidFill>
                <a:latin typeface="+mn-ea"/>
                <a:ea typeface="+mn-ea"/>
              </a:defRPr>
            </a:lvl1pPr>
          </a:lstStyle>
          <a:p>
            <a:r>
              <a:rPr kumimoji="1" lang="ja-JP" altLang="en-US"/>
              <a:t>タイトル</a:t>
            </a:r>
            <a:r>
              <a:rPr kumimoji="1" lang="en-US" altLang="ja-JP"/>
              <a:t>    </a:t>
            </a:r>
            <a:r>
              <a:rPr kumimoji="1" lang="ja-JP" altLang="en-US"/>
              <a:t>游ゴシック</a:t>
            </a:r>
            <a:r>
              <a:rPr kumimoji="1" lang="en-US" altLang="ja-JP"/>
              <a:t>/Bold</a:t>
            </a:r>
            <a:endParaRPr kumimoji="1" lang="ja-JP" altLang="en-US"/>
          </a:p>
        </p:txBody>
      </p:sp>
      <p:sp>
        <p:nvSpPr>
          <p:cNvPr id="2" name="スライド番号プレースホルダー 1">
            <a:extLst>
              <a:ext uri="{FF2B5EF4-FFF2-40B4-BE49-F238E27FC236}">
                <a16:creationId xmlns:a16="http://schemas.microsoft.com/office/drawing/2014/main" id="{4C66FA5D-9CFE-6140-1F7C-0FE2713CC42B}"/>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28827613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目次ページ">
    <p:spTree>
      <p:nvGrpSpPr>
        <p:cNvPr id="1" name=""/>
        <p:cNvGrpSpPr/>
        <p:nvPr/>
      </p:nvGrpSpPr>
      <p:grpSpPr>
        <a:xfrm>
          <a:off x="0" y="0"/>
          <a:ext cx="0" cy="0"/>
          <a:chOff x="0" y="0"/>
          <a:chExt cx="0" cy="0"/>
        </a:xfrm>
      </p:grpSpPr>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2"/>
          <a:stretch>
            <a:fillRect/>
          </a:stretch>
        </p:blipFill>
        <p:spPr>
          <a:xfrm>
            <a:off x="9697038" y="217858"/>
            <a:ext cx="2160000" cy="438661"/>
          </a:xfrm>
          <a:prstGeom prst="rect">
            <a:avLst/>
          </a:prstGeom>
        </p:spPr>
      </p:pic>
      <p:sp>
        <p:nvSpPr>
          <p:cNvPr id="2" name="正方形/長方形 1">
            <a:extLst>
              <a:ext uri="{FF2B5EF4-FFF2-40B4-BE49-F238E27FC236}">
                <a16:creationId xmlns:a16="http://schemas.microsoft.com/office/drawing/2014/main" id="{B1CE82A2-7DDF-1AFA-31D2-9A3B8F00F213}"/>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6" name="タイトル 5">
            <a:extLst>
              <a:ext uri="{FF2B5EF4-FFF2-40B4-BE49-F238E27FC236}">
                <a16:creationId xmlns:a16="http://schemas.microsoft.com/office/drawing/2014/main" id="{57791F3D-B350-D567-6C2C-B67151B5BF61}"/>
              </a:ext>
            </a:extLst>
          </p:cNvPr>
          <p:cNvSpPr>
            <a:spLocks noGrp="1"/>
          </p:cNvSpPr>
          <p:nvPr>
            <p:ph type="title" hasCustomPrompt="1"/>
          </p:nvPr>
        </p:nvSpPr>
        <p:spPr>
          <a:xfrm>
            <a:off x="188844" y="272360"/>
            <a:ext cx="8941904" cy="509518"/>
          </a:xfrm>
          <a:prstGeom prst="rect">
            <a:avLst/>
          </a:prstGeom>
        </p:spPr>
        <p:txBody>
          <a:bodyPr/>
          <a:lstStyle>
            <a:lvl1pPr>
              <a:defRPr sz="3600" b="1" i="0">
                <a:solidFill>
                  <a:schemeClr val="tx2"/>
                </a:solidFill>
                <a:latin typeface="+mn-ea"/>
                <a:ea typeface="+mn-ea"/>
              </a:defRPr>
            </a:lvl1pPr>
          </a:lstStyle>
          <a:p>
            <a:r>
              <a:rPr kumimoji="1" lang="ja-JP" altLang="en-US"/>
              <a:t>目次</a:t>
            </a:r>
            <a:r>
              <a:rPr kumimoji="1" lang="en-US" altLang="ja-JP"/>
              <a:t>    </a:t>
            </a:r>
            <a:r>
              <a:rPr kumimoji="1" lang="ja-JP" altLang="en-US"/>
              <a:t>游ゴシック</a:t>
            </a:r>
            <a:r>
              <a:rPr kumimoji="1" lang="en-US" altLang="ja-JP"/>
              <a:t>/Bold</a:t>
            </a:r>
            <a:endParaRPr kumimoji="1" lang="ja-JP" altLang="en-US"/>
          </a:p>
        </p:txBody>
      </p:sp>
      <p:sp>
        <p:nvSpPr>
          <p:cNvPr id="9" name="コンテンツ プレースホルダー 8">
            <a:extLst>
              <a:ext uri="{FF2B5EF4-FFF2-40B4-BE49-F238E27FC236}">
                <a16:creationId xmlns:a16="http://schemas.microsoft.com/office/drawing/2014/main" id="{C0D7CFC8-5C2F-8631-B3FF-F2A47F351D41}"/>
              </a:ext>
            </a:extLst>
          </p:cNvPr>
          <p:cNvSpPr>
            <a:spLocks noGrp="1"/>
          </p:cNvSpPr>
          <p:nvPr>
            <p:ph sz="quarter" idx="10" hasCustomPrompt="1"/>
          </p:nvPr>
        </p:nvSpPr>
        <p:spPr>
          <a:xfrm>
            <a:off x="517386" y="1202844"/>
            <a:ext cx="11210787" cy="3048000"/>
          </a:xfrm>
          <a:prstGeom prst="rect">
            <a:avLst/>
          </a:prstGeom>
        </p:spPr>
        <p:txBody>
          <a:bodyPr/>
          <a:lstStyle>
            <a:lvl1pPr marL="514350" indent="-514350">
              <a:lnSpc>
                <a:spcPct val="120000"/>
              </a:lnSpc>
              <a:spcBef>
                <a:spcPts val="600"/>
              </a:spcBef>
              <a:spcAft>
                <a:spcPts val="600"/>
              </a:spcAft>
              <a:buFont typeface="+mj-lt"/>
              <a:buAutoNum type="arabicPeriod"/>
              <a:defRPr sz="2400" b="1">
                <a:latin typeface="+mn-ea"/>
                <a:ea typeface="+mn-ea"/>
              </a:defRPr>
            </a:lvl1pPr>
            <a:lvl2pPr marL="800100" indent="-342900">
              <a:lnSpc>
                <a:spcPct val="120000"/>
              </a:lnSpc>
              <a:spcBef>
                <a:spcPts val="600"/>
              </a:spcBef>
              <a:spcAft>
                <a:spcPts val="600"/>
              </a:spcAft>
              <a:buFont typeface="Arial" panose="020B0604020202020204" pitchFamily="34" charset="0"/>
              <a:buChar char="•"/>
              <a:defRPr sz="2000" b="1">
                <a:latin typeface="+mn-ea"/>
                <a:ea typeface="+mn-ea"/>
              </a:defRPr>
            </a:lvl2pPr>
            <a:lvl3pPr marL="1257300" indent="-342900">
              <a:lnSpc>
                <a:spcPct val="120000"/>
              </a:lnSpc>
              <a:buFont typeface="Arial" panose="020B0604020202020204" pitchFamily="34" charset="0"/>
              <a:buChar char="•"/>
              <a:defRPr b="1">
                <a:latin typeface="+mn-ea"/>
                <a:ea typeface="+mn-ea"/>
              </a:defRPr>
            </a:lvl3pPr>
            <a:lvl4pPr marL="1657350" indent="-285750">
              <a:lnSpc>
                <a:spcPct val="120000"/>
              </a:lnSpc>
              <a:buFont typeface="Arial" panose="020B0604020202020204" pitchFamily="34" charset="0"/>
              <a:buChar char="•"/>
              <a:defRPr sz="2000" b="1">
                <a:latin typeface="+mn-ea"/>
                <a:ea typeface="+mn-ea"/>
              </a:defRPr>
            </a:lvl4pPr>
            <a:lvl5pPr marL="2114550" indent="-285750">
              <a:lnSpc>
                <a:spcPct val="120000"/>
              </a:lnSpc>
              <a:buFont typeface="Arial" panose="020B0604020202020204" pitchFamily="34" charset="0"/>
              <a:buChar char="•"/>
              <a:defRPr b="1">
                <a:latin typeface="+mn-ea"/>
                <a:ea typeface="+mn-ea"/>
              </a:defRPr>
            </a:lvl5pPr>
            <a:lvl6pPr>
              <a:defRPr>
                <a:latin typeface="游ゴシック Medium" panose="020B0500000000000000" pitchFamily="50" charset="-128"/>
                <a:ea typeface="游ゴシック Medium" panose="020B0500000000000000" pitchFamily="50" charset="-128"/>
              </a:defRPr>
            </a:lvl6pPr>
            <a:lvl7pPr marL="3028950" indent="-285750">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7pPr>
            <a:lvl8pPr marL="3486150" indent="-285750">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8pPr>
            <a:lvl9pPr marL="3943350" indent="-285750">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9pPr>
          </a:lstStyle>
          <a:p>
            <a:pPr lvl="0"/>
            <a:r>
              <a:rPr kumimoji="1" lang="ja-JP" altLang="en-US" dirty="0"/>
              <a:t>タイトル</a:t>
            </a:r>
            <a:r>
              <a:rPr kumimoji="1" lang="en-US" altLang="ja-JP" dirty="0"/>
              <a:t> </a:t>
            </a:r>
            <a:r>
              <a:rPr kumimoji="1" lang="ja-JP" altLang="en-US" dirty="0"/>
              <a:t>　　游ゴシック</a:t>
            </a:r>
            <a:r>
              <a:rPr kumimoji="1" lang="en-US" altLang="ja-JP" dirty="0"/>
              <a:t>/Bold</a:t>
            </a:r>
          </a:p>
          <a:p>
            <a:pPr lvl="1"/>
            <a:r>
              <a:rPr kumimoji="1" lang="ja-JP" altLang="en-US" dirty="0"/>
              <a:t>サブタイトル</a:t>
            </a:r>
            <a:endParaRPr kumimoji="1" lang="en-US" altLang="ja-JP" dirty="0"/>
          </a:p>
          <a:p>
            <a:pPr lvl="2"/>
            <a:r>
              <a:rPr kumimoji="1" lang="ja-JP" altLang="en-US" dirty="0"/>
              <a:t>サブタイトル</a:t>
            </a:r>
            <a:endParaRPr kumimoji="1" lang="en-US" altLang="ja-JP" dirty="0"/>
          </a:p>
          <a:p>
            <a:pPr lvl="3"/>
            <a:r>
              <a:rPr kumimoji="1" lang="ja-JP" altLang="en-US" dirty="0"/>
              <a:t>サブタイトル</a:t>
            </a:r>
            <a:endParaRPr kumimoji="1" lang="en-US" altLang="ja-JP" dirty="0"/>
          </a:p>
          <a:p>
            <a:pPr lvl="4"/>
            <a:r>
              <a:rPr kumimoji="1" lang="ja-JP" altLang="en-US" dirty="0"/>
              <a:t>サブタイトル</a:t>
            </a:r>
            <a:endParaRPr kumimoji="1" lang="en-US" altLang="ja-JP" dirty="0"/>
          </a:p>
          <a:p>
            <a:pPr lvl="5"/>
            <a:r>
              <a:rPr kumimoji="1" lang="ja-JP" altLang="en-US" dirty="0"/>
              <a:t>サブタイトル</a:t>
            </a:r>
            <a:endParaRPr kumimoji="1" lang="en-US" altLang="ja-JP" dirty="0"/>
          </a:p>
          <a:p>
            <a:pPr lvl="6"/>
            <a:r>
              <a:rPr kumimoji="1" lang="ja-JP" altLang="en-US" dirty="0"/>
              <a:t>サブタイトル</a:t>
            </a:r>
            <a:endParaRPr kumimoji="1" lang="en-US" altLang="ja-JP" dirty="0"/>
          </a:p>
          <a:p>
            <a:pPr lvl="7"/>
            <a:r>
              <a:rPr kumimoji="1" lang="ja-JP" altLang="en-US" dirty="0"/>
              <a:t>サブタイトル</a:t>
            </a:r>
            <a:endParaRPr kumimoji="1" lang="en-US" altLang="ja-JP" dirty="0"/>
          </a:p>
          <a:p>
            <a:pPr lvl="8"/>
            <a:r>
              <a:rPr kumimoji="1" lang="ja-JP" altLang="en-US" dirty="0"/>
              <a:t>サブタイトル</a:t>
            </a:r>
            <a:endParaRPr kumimoji="1" lang="en-US" altLang="ja-JP" dirty="0"/>
          </a:p>
          <a:p>
            <a:pPr lvl="5"/>
            <a:endParaRPr kumimoji="1" lang="en-US" altLang="ja-JP" dirty="0"/>
          </a:p>
          <a:p>
            <a:pPr lvl="5"/>
            <a:endParaRPr kumimoji="1" lang="en-US" altLang="ja-JP" dirty="0"/>
          </a:p>
          <a:p>
            <a:pPr lvl="0"/>
            <a:r>
              <a:rPr kumimoji="1" lang="ja-JP" altLang="en-US" dirty="0"/>
              <a:t>タイトル</a:t>
            </a:r>
            <a:endParaRPr kumimoji="1" lang="en-US" altLang="ja-JP" dirty="0"/>
          </a:p>
          <a:p>
            <a:pPr lvl="1"/>
            <a:r>
              <a:rPr kumimoji="1" lang="ja-JP" altLang="en-US" dirty="0"/>
              <a:t>サブタイトル</a:t>
            </a:r>
            <a:endParaRPr kumimoji="1" lang="en-US" altLang="ja-JP" dirty="0"/>
          </a:p>
          <a:p>
            <a:pPr lvl="2"/>
            <a:r>
              <a:rPr kumimoji="1" lang="ja-JP" altLang="en-US" dirty="0"/>
              <a:t>サブタイトル</a:t>
            </a:r>
            <a:endParaRPr kumimoji="1" lang="en-US" altLang="ja-JP" dirty="0"/>
          </a:p>
          <a:p>
            <a:pPr lvl="3"/>
            <a:r>
              <a:rPr kumimoji="1" lang="ja-JP" altLang="en-US" dirty="0"/>
              <a:t>サブタイトル</a:t>
            </a:r>
            <a:endParaRPr kumimoji="1" lang="en-US" altLang="ja-JP" dirty="0"/>
          </a:p>
          <a:p>
            <a:pPr lvl="4"/>
            <a:r>
              <a:rPr kumimoji="1" lang="ja-JP" altLang="en-US" dirty="0"/>
              <a:t>サブタイトル</a:t>
            </a:r>
            <a:endParaRPr kumimoji="1" lang="en-US" altLang="ja-JP" dirty="0"/>
          </a:p>
          <a:p>
            <a:pPr lvl="5"/>
            <a:r>
              <a:rPr kumimoji="1" lang="ja-JP" altLang="en-US" dirty="0"/>
              <a:t>サブタイトル</a:t>
            </a:r>
            <a:endParaRPr kumimoji="1" lang="en-US" altLang="ja-JP" dirty="0"/>
          </a:p>
          <a:p>
            <a:pPr lvl="6"/>
            <a:r>
              <a:rPr kumimoji="1" lang="ja-JP" altLang="en-US" dirty="0"/>
              <a:t>サブタイトル</a:t>
            </a:r>
            <a:endParaRPr kumimoji="1" lang="en-US" altLang="ja-JP" dirty="0"/>
          </a:p>
          <a:p>
            <a:pPr lvl="7"/>
            <a:r>
              <a:rPr kumimoji="1" lang="ja-JP" altLang="en-US" dirty="0"/>
              <a:t>サブタイトル</a:t>
            </a:r>
            <a:endParaRPr kumimoji="1" lang="en-US" altLang="ja-JP" dirty="0"/>
          </a:p>
          <a:p>
            <a:pPr lvl="4"/>
            <a:endParaRPr kumimoji="1" lang="en-US" altLang="ja-JP" b="1" dirty="0">
              <a:latin typeface="+mn-ea"/>
              <a:ea typeface="+mn-ea"/>
            </a:endParaRPr>
          </a:p>
          <a:p>
            <a:pPr lvl="4"/>
            <a:endParaRPr kumimoji="1" lang="en-US" altLang="ja-JP" b="1" dirty="0">
              <a:latin typeface="+mn-ea"/>
              <a:ea typeface="+mn-ea"/>
            </a:endParaRPr>
          </a:p>
          <a:p>
            <a:pPr lvl="2"/>
            <a:endParaRPr kumimoji="1" lang="en-US" altLang="ja-JP" dirty="0"/>
          </a:p>
        </p:txBody>
      </p:sp>
      <p:sp>
        <p:nvSpPr>
          <p:cNvPr id="4" name="スライド番号プレースホルダー 3">
            <a:extLst>
              <a:ext uri="{FF2B5EF4-FFF2-40B4-BE49-F238E27FC236}">
                <a16:creationId xmlns:a16="http://schemas.microsoft.com/office/drawing/2014/main" id="{0926DCBC-CB1E-FAC7-85CE-489FF80ED525}"/>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7100238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コンテンツ1-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pic>
        <p:nvPicPr>
          <p:cNvPr id="3" name="図 2">
            <a:extLst>
              <a:ext uri="{FF2B5EF4-FFF2-40B4-BE49-F238E27FC236}">
                <a16:creationId xmlns:a16="http://schemas.microsoft.com/office/drawing/2014/main" id="{05DC1476-CC62-5D3A-80A7-BE6321386036}"/>
              </a:ext>
            </a:extLst>
          </p:cNvPr>
          <p:cNvPicPr>
            <a:picLocks noChangeAspect="1"/>
          </p:cNvPicPr>
          <p:nvPr userDrawn="1"/>
        </p:nvPicPr>
        <p:blipFill>
          <a:blip r:embed="rId2"/>
          <a:stretch>
            <a:fillRect/>
          </a:stretch>
        </p:blipFill>
        <p:spPr>
          <a:xfrm>
            <a:off x="9697038" y="217858"/>
            <a:ext cx="2160000" cy="438661"/>
          </a:xfrm>
          <a:prstGeom prst="rect">
            <a:avLst/>
          </a:prstGeom>
        </p:spPr>
      </p:pic>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4" y="272360"/>
            <a:ext cx="8941904"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6" name="コンテンツ プレースホルダー 8">
            <a:extLst>
              <a:ext uri="{FF2B5EF4-FFF2-40B4-BE49-F238E27FC236}">
                <a16:creationId xmlns:a16="http://schemas.microsoft.com/office/drawing/2014/main" id="{561C8825-E86E-6414-62C6-23CED23BFA72}"/>
              </a:ext>
            </a:extLst>
          </p:cNvPr>
          <p:cNvSpPr>
            <a:spLocks noGrp="1"/>
          </p:cNvSpPr>
          <p:nvPr>
            <p:ph sz="quarter" idx="10" hasCustomPrompt="1"/>
          </p:nvPr>
        </p:nvSpPr>
        <p:spPr>
          <a:xfrm>
            <a:off x="188844" y="947058"/>
            <a:ext cx="11668194" cy="1507068"/>
          </a:xfrm>
          <a:prstGeom prst="rect">
            <a:avLst/>
          </a:prstGeom>
        </p:spPr>
        <p:txBody>
          <a:bodyPr/>
          <a:lstStyle>
            <a:lvl1pPr marL="0" indent="0">
              <a:lnSpc>
                <a:spcPct val="120000"/>
              </a:lnSpc>
              <a:spcBef>
                <a:spcPts val="0"/>
              </a:spcBef>
              <a:spcAft>
                <a:spcPts val="0"/>
              </a:spcAft>
              <a:buFont typeface="+mj-lt"/>
              <a:buNone/>
              <a:defRPr sz="2400" b="1">
                <a:latin typeface="+mn-ea"/>
                <a:ea typeface="+mn-ea"/>
              </a:defRPr>
            </a:lvl1pPr>
            <a:lvl2pPr marL="457200" indent="0">
              <a:lnSpc>
                <a:spcPct val="120000"/>
              </a:lnSpc>
              <a:spcBef>
                <a:spcPts val="600"/>
              </a:spcBef>
              <a:spcAft>
                <a:spcPts val="600"/>
              </a:spcAft>
              <a:buFont typeface="+mj-lt"/>
              <a:buNone/>
              <a:defRPr sz="2000" b="1">
                <a:latin typeface="+mn-ea"/>
                <a:ea typeface="+mn-ea"/>
              </a:defRPr>
            </a:lvl2pPr>
            <a:lvl3pPr marL="914400" indent="0">
              <a:lnSpc>
                <a:spcPct val="120000"/>
              </a:lnSpc>
              <a:buFont typeface="+mj-lt"/>
              <a:buNone/>
              <a:defRPr b="1">
                <a:latin typeface="+mn-ea"/>
                <a:ea typeface="+mn-ea"/>
              </a:defRPr>
            </a:lvl3pPr>
            <a:lvl4pPr marL="1371600" indent="0">
              <a:lnSpc>
                <a:spcPct val="120000"/>
              </a:lnSpc>
              <a:buFont typeface="+mj-lt"/>
              <a:buNone/>
              <a:defRPr b="1">
                <a:latin typeface="+mn-ea"/>
                <a:ea typeface="+mn-ea"/>
              </a:defRPr>
            </a:lvl4pPr>
            <a:lvl5pPr marL="1828800" indent="0">
              <a:lnSpc>
                <a:spcPct val="120000"/>
              </a:lnSpc>
              <a:buFont typeface="+mj-lt"/>
              <a:buNone/>
              <a:defRPr kumimoji="1" lang="en-US" altLang="ja-JP" b="1" smtClean="0">
                <a:latin typeface="+mn-ea"/>
              </a:defRPr>
            </a:lvl5pPr>
            <a:lvl6pPr marL="2286000" indent="0">
              <a:buNone/>
              <a:defRPr b="1"/>
            </a:lvl6pPr>
            <a:lvl7pPr marL="2743200" indent="0">
              <a:buNone/>
              <a:defRPr b="1"/>
            </a:lvl7pPr>
            <a:lvl8pPr marL="3200400" indent="0">
              <a:buNone/>
              <a:defRPr b="1"/>
            </a:lvl8pPr>
            <a:lvl9pPr marL="3657600" indent="0">
              <a:buNone/>
              <a:defRPr b="1"/>
            </a:lvl9pPr>
          </a:lstStyle>
          <a:p>
            <a:pPr lvl="0"/>
            <a:r>
              <a:rPr kumimoji="1" lang="ja-JP" altLang="en-US" dirty="0"/>
              <a:t>見出し　游ゴシック</a:t>
            </a:r>
            <a:r>
              <a:rPr kumimoji="1" lang="en-US" altLang="ja-JP" dirty="0"/>
              <a:t>/Bold</a:t>
            </a:r>
          </a:p>
          <a:p>
            <a:pPr lvl="1"/>
            <a:r>
              <a:rPr kumimoji="1" lang="ja-JP" altLang="en-US" dirty="0"/>
              <a:t>小見出し</a:t>
            </a:r>
            <a:endParaRPr kumimoji="1" lang="en-US" altLang="ja-JP" dirty="0"/>
          </a:p>
          <a:p>
            <a:pPr lvl="2"/>
            <a:r>
              <a:rPr kumimoji="1" lang="ja-JP" altLang="en-US" dirty="0"/>
              <a:t>小見出し</a:t>
            </a:r>
            <a:endParaRPr kumimoji="1" lang="en-US" altLang="ja-JP" dirty="0"/>
          </a:p>
          <a:p>
            <a:pPr lvl="3"/>
            <a:r>
              <a:rPr kumimoji="1" lang="ja-JP" altLang="en-US" dirty="0">
                <a:latin typeface="+mn-ea"/>
                <a:ea typeface="+mn-ea"/>
              </a:rPr>
              <a:t>小見出し</a:t>
            </a:r>
            <a:endParaRPr kumimoji="1" lang="en-US" altLang="ja-JP" dirty="0">
              <a:latin typeface="+mn-ea"/>
              <a:ea typeface="+mn-ea"/>
            </a:endParaRPr>
          </a:p>
          <a:p>
            <a:pPr lvl="4"/>
            <a:r>
              <a:rPr kumimoji="1" lang="ja-JP" altLang="en-US" dirty="0">
                <a:latin typeface="+mn-ea"/>
                <a:ea typeface="+mn-ea"/>
              </a:rPr>
              <a:t>小見出し</a:t>
            </a:r>
            <a:endParaRPr kumimoji="1" lang="en-US" altLang="ja-JP" dirty="0">
              <a:latin typeface="+mn-ea"/>
              <a:ea typeface="+mn-ea"/>
            </a:endParaRPr>
          </a:p>
          <a:p>
            <a:pPr lvl="5"/>
            <a:r>
              <a:rPr kumimoji="1" lang="ja-JP" altLang="en-US" dirty="0">
                <a:latin typeface="+mn-ea"/>
                <a:ea typeface="+mn-ea"/>
              </a:rPr>
              <a:t>小見出し</a:t>
            </a:r>
            <a:endParaRPr kumimoji="1" lang="en-US" altLang="ja-JP" dirty="0">
              <a:latin typeface="+mn-ea"/>
              <a:ea typeface="+mn-ea"/>
            </a:endParaRPr>
          </a:p>
          <a:p>
            <a:pPr lvl="6"/>
            <a:r>
              <a:rPr kumimoji="1" lang="ja-JP" altLang="en-US" dirty="0">
                <a:latin typeface="+mn-ea"/>
                <a:ea typeface="+mn-ea"/>
              </a:rPr>
              <a:t>小見出し</a:t>
            </a:r>
            <a:endParaRPr kumimoji="1" lang="en-US" altLang="ja-JP" dirty="0">
              <a:latin typeface="+mn-ea"/>
              <a:ea typeface="+mn-ea"/>
            </a:endParaRPr>
          </a:p>
          <a:p>
            <a:pPr lvl="7"/>
            <a:r>
              <a:rPr kumimoji="1" lang="ja-JP" altLang="en-US" dirty="0">
                <a:latin typeface="+mn-ea"/>
                <a:ea typeface="+mn-ea"/>
              </a:rPr>
              <a:t>小見出し</a:t>
            </a:r>
            <a:endParaRPr kumimoji="1" lang="en-US" altLang="ja-JP" dirty="0">
              <a:latin typeface="+mn-ea"/>
              <a:ea typeface="+mn-ea"/>
            </a:endParaRPr>
          </a:p>
          <a:p>
            <a:pPr lvl="8"/>
            <a:r>
              <a:rPr kumimoji="1" lang="ja-JP" altLang="en-US" dirty="0">
                <a:latin typeface="+mn-ea"/>
                <a:ea typeface="+mn-ea"/>
              </a:rPr>
              <a:t>小見出し</a:t>
            </a:r>
            <a:endParaRPr kumimoji="1" lang="en-US" altLang="ja-JP" dirty="0">
              <a:latin typeface="+mn-ea"/>
              <a:ea typeface="+mn-ea"/>
            </a:endParaRPr>
          </a:p>
          <a:p>
            <a:pPr lvl="6"/>
            <a:endParaRPr kumimoji="1" lang="en-US" altLang="ja-JP" dirty="0">
              <a:latin typeface="+mn-ea"/>
              <a:ea typeface="+mn-ea"/>
            </a:endParaRPr>
          </a:p>
        </p:txBody>
      </p:sp>
      <p:sp>
        <p:nvSpPr>
          <p:cNvPr id="7" name="スライド番号プレースホルダー 6">
            <a:extLst>
              <a:ext uri="{FF2B5EF4-FFF2-40B4-BE49-F238E27FC236}">
                <a16:creationId xmlns:a16="http://schemas.microsoft.com/office/drawing/2014/main" id="{B002B0F8-6464-F50B-878B-38EED79D494A}"/>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26914267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コンテンツ1-2">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pic>
        <p:nvPicPr>
          <p:cNvPr id="3" name="図 2">
            <a:extLst>
              <a:ext uri="{FF2B5EF4-FFF2-40B4-BE49-F238E27FC236}">
                <a16:creationId xmlns:a16="http://schemas.microsoft.com/office/drawing/2014/main" id="{05DC1476-CC62-5D3A-80A7-BE6321386036}"/>
              </a:ext>
            </a:extLst>
          </p:cNvPr>
          <p:cNvPicPr>
            <a:picLocks noChangeAspect="1"/>
          </p:cNvPicPr>
          <p:nvPr userDrawn="1"/>
        </p:nvPicPr>
        <p:blipFill>
          <a:blip r:embed="rId2"/>
          <a:stretch>
            <a:fillRect/>
          </a:stretch>
        </p:blipFill>
        <p:spPr>
          <a:xfrm>
            <a:off x="9697038" y="217858"/>
            <a:ext cx="2160000" cy="438661"/>
          </a:xfrm>
          <a:prstGeom prst="rect">
            <a:avLst/>
          </a:prstGeom>
        </p:spPr>
      </p:pic>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4" y="272360"/>
            <a:ext cx="8941904"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6" name="コンテンツ プレースホルダー 8">
            <a:extLst>
              <a:ext uri="{FF2B5EF4-FFF2-40B4-BE49-F238E27FC236}">
                <a16:creationId xmlns:a16="http://schemas.microsoft.com/office/drawing/2014/main" id="{561C8825-E86E-6414-62C6-23CED23BFA72}"/>
              </a:ext>
            </a:extLst>
          </p:cNvPr>
          <p:cNvSpPr>
            <a:spLocks noGrp="1"/>
          </p:cNvSpPr>
          <p:nvPr>
            <p:ph sz="quarter" idx="10" hasCustomPrompt="1"/>
          </p:nvPr>
        </p:nvSpPr>
        <p:spPr>
          <a:xfrm>
            <a:off x="188844" y="947058"/>
            <a:ext cx="11668194" cy="5474824"/>
          </a:xfrm>
          <a:prstGeom prst="rect">
            <a:avLst/>
          </a:prstGeom>
        </p:spPr>
        <p:txBody>
          <a:bodyPr/>
          <a:lstStyle>
            <a:lvl1pPr marL="285750" indent="-285750">
              <a:lnSpc>
                <a:spcPct val="120000"/>
              </a:lnSpc>
              <a:spcBef>
                <a:spcPts val="0"/>
              </a:spcBef>
              <a:spcAft>
                <a:spcPts val="0"/>
              </a:spcAft>
              <a:buFont typeface="Arial" panose="020B0604020202020204" pitchFamily="34" charset="0"/>
              <a:buChar char="•"/>
              <a:defRPr sz="1800" b="0" i="0">
                <a:latin typeface="Yu Gothic Medium" panose="020B0400000000000000" pitchFamily="34" charset="-128"/>
                <a:ea typeface="Yu Gothic Medium" panose="020B0400000000000000" pitchFamily="34" charset="-128"/>
              </a:defRPr>
            </a:lvl1pPr>
            <a:lvl2pPr marL="742950" indent="-285750">
              <a:lnSpc>
                <a:spcPct val="120000"/>
              </a:lnSpc>
              <a:spcBef>
                <a:spcPts val="600"/>
              </a:spcBef>
              <a:spcAft>
                <a:spcPts val="600"/>
              </a:spcAft>
              <a:buFont typeface="Arial" panose="020B0604020202020204" pitchFamily="34" charset="0"/>
              <a:buChar char="•"/>
              <a:defRPr sz="1800" b="0">
                <a:latin typeface="游ゴシック Medium" panose="020B0500000000000000" pitchFamily="50" charset="-128"/>
                <a:ea typeface="游ゴシック Medium" panose="020B0500000000000000" pitchFamily="50" charset="-128"/>
              </a:defRPr>
            </a:lvl2pPr>
            <a:lvl3pPr marL="1200150" indent="-285750">
              <a:lnSpc>
                <a:spcPct val="120000"/>
              </a:lnSpc>
              <a:buFont typeface="Arial" panose="020B0604020202020204" pitchFamily="34" charset="0"/>
              <a:buChar char="•"/>
              <a:defRPr sz="1800">
                <a:latin typeface="游ゴシック Medium" panose="020B0500000000000000" pitchFamily="50" charset="-128"/>
                <a:ea typeface="游ゴシック Medium" panose="020B0500000000000000" pitchFamily="50" charset="-128"/>
              </a:defRPr>
            </a:lvl3pPr>
            <a:lvl4pPr marL="17145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4pPr>
            <a:lvl5pPr marL="21717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5pPr>
            <a:lvl6pPr>
              <a:defRPr>
                <a:latin typeface="游ゴシック Medium" panose="020B0500000000000000" pitchFamily="50" charset="-128"/>
                <a:ea typeface="游ゴシック Medium" panose="020B0500000000000000" pitchFamily="50" charset="-128"/>
              </a:defRPr>
            </a:lvl6pPr>
            <a:lvl7pPr>
              <a:defRPr>
                <a:latin typeface="游ゴシック Medium" panose="020B0500000000000000" pitchFamily="50" charset="-128"/>
                <a:ea typeface="游ゴシック Medium" panose="020B0500000000000000" pitchFamily="50" charset="-128"/>
              </a:defRPr>
            </a:lvl7pPr>
            <a:lvl8pPr>
              <a:defRPr>
                <a:latin typeface="游ゴシック Medium" panose="020B0500000000000000" pitchFamily="50" charset="-128"/>
                <a:ea typeface="游ゴシック Medium" panose="020B0500000000000000" pitchFamily="50" charset="-128"/>
              </a:defRPr>
            </a:lvl8pPr>
            <a:lvl9pPr>
              <a:defRPr>
                <a:latin typeface="游ゴシック Medium" panose="020B0500000000000000" pitchFamily="50" charset="-128"/>
                <a:ea typeface="游ゴシック Medium" panose="020B0500000000000000" pitchFamily="50" charset="-128"/>
              </a:defRPr>
            </a:lvl9pPr>
          </a:lstStyle>
          <a:p>
            <a:pPr lvl="0"/>
            <a:r>
              <a:rPr kumimoji="1" lang="ja-JP" altLang="en-US" dirty="0"/>
              <a:t>本文　游ゴシック</a:t>
            </a:r>
            <a:r>
              <a:rPr kumimoji="1" lang="en-US" altLang="ja-JP" dirty="0"/>
              <a:t>/Medium</a:t>
            </a:r>
          </a:p>
          <a:p>
            <a:pPr lvl="1"/>
            <a:r>
              <a:rPr kumimoji="1" lang="ja-JP" altLang="en-US" dirty="0"/>
              <a:t>第</a:t>
            </a:r>
            <a:r>
              <a:rPr kumimoji="1" lang="en-US" altLang="ja-JP" dirty="0"/>
              <a:t>2</a:t>
            </a:r>
            <a:r>
              <a:rPr kumimoji="1" lang="ja-JP" altLang="en-US" dirty="0"/>
              <a:t>階層</a:t>
            </a:r>
            <a:endParaRPr kumimoji="1" lang="en-US" altLang="ja-JP" dirty="0"/>
          </a:p>
          <a:p>
            <a:pPr lvl="2"/>
            <a:r>
              <a:rPr kumimoji="1" lang="ja-JP" altLang="en-US" dirty="0"/>
              <a:t>第</a:t>
            </a:r>
            <a:r>
              <a:rPr kumimoji="1" lang="en-US" altLang="ja-JP" dirty="0"/>
              <a:t>3</a:t>
            </a:r>
            <a:r>
              <a:rPr kumimoji="1" lang="ja-JP" altLang="en-US" dirty="0"/>
              <a:t>階層</a:t>
            </a:r>
            <a:endParaRPr kumimoji="1" lang="en-US" altLang="ja-JP" dirty="0"/>
          </a:p>
          <a:p>
            <a:pPr lvl="3"/>
            <a:r>
              <a:rPr kumimoji="1" lang="ja-JP" altLang="en-US" dirty="0"/>
              <a:t>第</a:t>
            </a:r>
            <a:r>
              <a:rPr kumimoji="1" lang="en-US" altLang="ja-JP" dirty="0"/>
              <a:t>4</a:t>
            </a:r>
            <a:r>
              <a:rPr kumimoji="1" lang="ja-JP" altLang="en-US" dirty="0"/>
              <a:t>階層</a:t>
            </a:r>
            <a:endParaRPr kumimoji="1" lang="en-US" altLang="ja-JP" dirty="0"/>
          </a:p>
          <a:p>
            <a:pPr lvl="4"/>
            <a:r>
              <a:rPr kumimoji="1" lang="ja-JP" altLang="en-US" dirty="0"/>
              <a:t>第</a:t>
            </a:r>
            <a:r>
              <a:rPr kumimoji="1" lang="en-US" altLang="ja-JP" dirty="0"/>
              <a:t>5</a:t>
            </a:r>
            <a:r>
              <a:rPr kumimoji="1" lang="ja-JP" altLang="en-US" dirty="0"/>
              <a:t>階層</a:t>
            </a:r>
            <a:endParaRPr kumimoji="1" lang="en-US" altLang="ja-JP" dirty="0"/>
          </a:p>
          <a:p>
            <a:pPr lvl="5"/>
            <a:r>
              <a:rPr kumimoji="1" lang="ja-JP" altLang="en-US" dirty="0"/>
              <a:t>第</a:t>
            </a:r>
            <a:r>
              <a:rPr kumimoji="1" lang="en-US" altLang="ja-JP" dirty="0"/>
              <a:t>6</a:t>
            </a:r>
            <a:r>
              <a:rPr kumimoji="1" lang="ja-JP" altLang="en-US" dirty="0"/>
              <a:t>階層</a:t>
            </a:r>
            <a:endParaRPr kumimoji="1" lang="en-US" altLang="ja-JP" dirty="0"/>
          </a:p>
          <a:p>
            <a:pPr lvl="6"/>
            <a:r>
              <a:rPr kumimoji="1" lang="ja-JP" altLang="en-US" dirty="0"/>
              <a:t>第</a:t>
            </a:r>
            <a:r>
              <a:rPr kumimoji="1" lang="en-US" altLang="ja-JP" dirty="0"/>
              <a:t>7</a:t>
            </a:r>
            <a:r>
              <a:rPr kumimoji="1" lang="ja-JP" altLang="en-US" dirty="0"/>
              <a:t>階層</a:t>
            </a:r>
            <a:endParaRPr kumimoji="1" lang="en-US" altLang="ja-JP" dirty="0"/>
          </a:p>
          <a:p>
            <a:pPr lvl="7"/>
            <a:r>
              <a:rPr kumimoji="1" lang="ja-JP" altLang="en-US" dirty="0"/>
              <a:t>第</a:t>
            </a:r>
            <a:r>
              <a:rPr kumimoji="1" lang="en-US" altLang="ja-JP" dirty="0"/>
              <a:t>8</a:t>
            </a:r>
            <a:r>
              <a:rPr kumimoji="1" lang="ja-JP" altLang="en-US" dirty="0"/>
              <a:t>階層</a:t>
            </a:r>
            <a:endParaRPr kumimoji="1" lang="en-US" altLang="ja-JP" dirty="0"/>
          </a:p>
          <a:p>
            <a:pPr lvl="8"/>
            <a:r>
              <a:rPr kumimoji="1" lang="ja-JP" altLang="en-US" dirty="0"/>
              <a:t>第</a:t>
            </a:r>
            <a:r>
              <a:rPr kumimoji="1" lang="en-US" altLang="ja-JP" dirty="0"/>
              <a:t>9</a:t>
            </a:r>
            <a:r>
              <a:rPr kumimoji="1" lang="ja-JP" altLang="en-US" dirty="0"/>
              <a:t>階層</a:t>
            </a:r>
            <a:endParaRPr kumimoji="1" lang="en-US" altLang="ja-JP" dirty="0"/>
          </a:p>
          <a:p>
            <a:pPr lvl="1"/>
            <a:endParaRPr kumimoji="1" lang="en-US" altLang="ja-JP" dirty="0">
              <a:latin typeface="+mn-ea"/>
              <a:ea typeface="+mn-ea"/>
            </a:endParaRPr>
          </a:p>
        </p:txBody>
      </p:sp>
      <p:sp>
        <p:nvSpPr>
          <p:cNvPr id="7" name="スライド番号プレースホルダー 6">
            <a:extLst>
              <a:ext uri="{FF2B5EF4-FFF2-40B4-BE49-F238E27FC236}">
                <a16:creationId xmlns:a16="http://schemas.microsoft.com/office/drawing/2014/main" id="{B002B0F8-6464-F50B-878B-38EED79D494A}"/>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41054527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コンテンツ1-3">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3" y="272360"/>
            <a:ext cx="10075611" cy="509518"/>
          </a:xfrm>
          <a:prstGeom prst="rect">
            <a:avLst/>
          </a:prstGeom>
        </p:spPr>
        <p:txBody>
          <a:bodyPr/>
          <a:lstStyle>
            <a:lvl1pPr>
              <a:defRPr sz="3600" b="1" i="0">
                <a:solidFill>
                  <a:schemeClr val="tx2"/>
                </a:solidFill>
                <a:latin typeface="+mn-ea"/>
                <a:ea typeface="+mn-ea"/>
              </a:defRPr>
            </a:lvl1pPr>
          </a:lstStyle>
          <a:p>
            <a:r>
              <a:rPr kumimoji="1" lang="ja-JP" altLang="en-US"/>
              <a:t>タイトル</a:t>
            </a:r>
            <a:r>
              <a:rPr kumimoji="1" lang="en-US" altLang="ja-JP"/>
              <a:t>  </a:t>
            </a:r>
            <a:r>
              <a:rPr kumimoji="1" lang="ja-JP" altLang="en-US"/>
              <a:t>　游ゴシック</a:t>
            </a:r>
            <a:r>
              <a:rPr kumimoji="1" lang="en-US" altLang="ja-JP"/>
              <a:t>/Bold</a:t>
            </a:r>
            <a:endParaRPr kumimoji="1" lang="ja-JP" altLang="en-US"/>
          </a:p>
        </p:txBody>
      </p:sp>
      <p:pic>
        <p:nvPicPr>
          <p:cNvPr id="10" name="図 9">
            <a:extLst>
              <a:ext uri="{FF2B5EF4-FFF2-40B4-BE49-F238E27FC236}">
                <a16:creationId xmlns:a16="http://schemas.microsoft.com/office/drawing/2014/main" id="{C60F71B0-097D-0526-6259-1570A078902D}"/>
              </a:ext>
            </a:extLst>
          </p:cNvPr>
          <p:cNvPicPr>
            <a:picLocks noChangeAspect="1"/>
          </p:cNvPicPr>
          <p:nvPr userDrawn="1"/>
        </p:nvPicPr>
        <p:blipFill>
          <a:blip r:embed="rId2"/>
          <a:stretch>
            <a:fillRect/>
          </a:stretch>
        </p:blipFill>
        <p:spPr>
          <a:xfrm>
            <a:off x="10491416" y="217858"/>
            <a:ext cx="1365622" cy="648000"/>
          </a:xfrm>
          <a:prstGeom prst="rect">
            <a:avLst/>
          </a:prstGeom>
        </p:spPr>
      </p:pic>
      <p:sp>
        <p:nvSpPr>
          <p:cNvPr id="7" name="スライド番号プレースホルダー 6">
            <a:extLst>
              <a:ext uri="{FF2B5EF4-FFF2-40B4-BE49-F238E27FC236}">
                <a16:creationId xmlns:a16="http://schemas.microsoft.com/office/drawing/2014/main" id="{064B3119-48C0-8E01-AE32-E71441756020}"/>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2" name="コンテンツ プレースホルダー 8">
            <a:extLst>
              <a:ext uri="{FF2B5EF4-FFF2-40B4-BE49-F238E27FC236}">
                <a16:creationId xmlns:a16="http://schemas.microsoft.com/office/drawing/2014/main" id="{F801ECE0-2CE6-CA80-8167-1365EF70C560}"/>
              </a:ext>
            </a:extLst>
          </p:cNvPr>
          <p:cNvSpPr>
            <a:spLocks noGrp="1"/>
          </p:cNvSpPr>
          <p:nvPr>
            <p:ph sz="quarter" idx="10" hasCustomPrompt="1"/>
          </p:nvPr>
        </p:nvSpPr>
        <p:spPr>
          <a:xfrm>
            <a:off x="188844" y="947058"/>
            <a:ext cx="11668194" cy="1507068"/>
          </a:xfrm>
          <a:prstGeom prst="rect">
            <a:avLst/>
          </a:prstGeom>
        </p:spPr>
        <p:txBody>
          <a:bodyPr/>
          <a:lstStyle>
            <a:lvl1pPr marL="0" indent="0">
              <a:lnSpc>
                <a:spcPct val="120000"/>
              </a:lnSpc>
              <a:spcBef>
                <a:spcPts val="0"/>
              </a:spcBef>
              <a:spcAft>
                <a:spcPts val="0"/>
              </a:spcAft>
              <a:buFont typeface="+mj-lt"/>
              <a:buNone/>
              <a:defRPr sz="2400" b="1">
                <a:latin typeface="+mn-ea"/>
                <a:ea typeface="+mn-ea"/>
              </a:defRPr>
            </a:lvl1pPr>
            <a:lvl2pPr marL="457200" indent="0">
              <a:lnSpc>
                <a:spcPct val="120000"/>
              </a:lnSpc>
              <a:spcBef>
                <a:spcPts val="600"/>
              </a:spcBef>
              <a:spcAft>
                <a:spcPts val="600"/>
              </a:spcAft>
              <a:buFont typeface="+mj-lt"/>
              <a:buNone/>
              <a:defRPr sz="2000" b="1">
                <a:latin typeface="+mn-ea"/>
                <a:ea typeface="+mn-ea"/>
              </a:defRPr>
            </a:lvl2pPr>
            <a:lvl3pPr marL="914400" indent="0">
              <a:lnSpc>
                <a:spcPct val="120000"/>
              </a:lnSpc>
              <a:buFont typeface="+mj-lt"/>
              <a:buNone/>
              <a:defRPr b="1">
                <a:latin typeface="+mn-ea"/>
                <a:ea typeface="+mn-ea"/>
              </a:defRPr>
            </a:lvl3pPr>
            <a:lvl4pPr marL="1371600" indent="0">
              <a:lnSpc>
                <a:spcPct val="120000"/>
              </a:lnSpc>
              <a:buFont typeface="+mj-lt"/>
              <a:buNone/>
              <a:defRPr b="1">
                <a:latin typeface="+mn-ea"/>
                <a:ea typeface="+mn-ea"/>
              </a:defRPr>
            </a:lvl4pPr>
            <a:lvl5pPr marL="1828800" indent="0">
              <a:lnSpc>
                <a:spcPct val="120000"/>
              </a:lnSpc>
              <a:buFont typeface="+mj-lt"/>
              <a:buNone/>
              <a:defRPr kumimoji="1" lang="en-US" altLang="ja-JP" b="1" smtClean="0">
                <a:latin typeface="+mn-ea"/>
              </a:defRPr>
            </a:lvl5pPr>
            <a:lvl6pPr marL="2286000" indent="0">
              <a:buNone/>
              <a:defRPr b="1"/>
            </a:lvl6pPr>
            <a:lvl7pPr marL="2743200" indent="0">
              <a:buNone/>
              <a:defRPr b="1"/>
            </a:lvl7pPr>
            <a:lvl8pPr marL="3200400" indent="0">
              <a:buNone/>
              <a:defRPr b="1"/>
            </a:lvl8pPr>
            <a:lvl9pPr marL="3657600" indent="0">
              <a:buNone/>
              <a:defRPr b="1"/>
            </a:lvl9pPr>
          </a:lstStyle>
          <a:p>
            <a:pPr lvl="0"/>
            <a:r>
              <a:rPr kumimoji="1" lang="ja-JP" altLang="en-US" dirty="0"/>
              <a:t>見出し　游ゴシック</a:t>
            </a:r>
            <a:r>
              <a:rPr kumimoji="1" lang="en-US" altLang="ja-JP" dirty="0"/>
              <a:t>/Bold</a:t>
            </a:r>
          </a:p>
          <a:p>
            <a:pPr lvl="1"/>
            <a:r>
              <a:rPr kumimoji="1" lang="ja-JP" altLang="en-US" dirty="0"/>
              <a:t>小見出し</a:t>
            </a:r>
            <a:endParaRPr kumimoji="1" lang="en-US" altLang="ja-JP" dirty="0"/>
          </a:p>
          <a:p>
            <a:pPr lvl="2"/>
            <a:r>
              <a:rPr kumimoji="1" lang="ja-JP" altLang="en-US" dirty="0"/>
              <a:t>小見出し</a:t>
            </a:r>
            <a:endParaRPr kumimoji="1" lang="en-US" altLang="ja-JP" dirty="0"/>
          </a:p>
          <a:p>
            <a:pPr lvl="3"/>
            <a:r>
              <a:rPr kumimoji="1" lang="ja-JP" altLang="en-US" dirty="0">
                <a:latin typeface="+mn-ea"/>
                <a:ea typeface="+mn-ea"/>
              </a:rPr>
              <a:t>小見出し</a:t>
            </a:r>
            <a:endParaRPr kumimoji="1" lang="en-US" altLang="ja-JP" dirty="0">
              <a:latin typeface="+mn-ea"/>
              <a:ea typeface="+mn-ea"/>
            </a:endParaRPr>
          </a:p>
          <a:p>
            <a:pPr lvl="4"/>
            <a:r>
              <a:rPr kumimoji="1" lang="ja-JP" altLang="en-US" dirty="0">
                <a:latin typeface="+mn-ea"/>
                <a:ea typeface="+mn-ea"/>
              </a:rPr>
              <a:t>小見出し</a:t>
            </a:r>
            <a:endParaRPr kumimoji="1" lang="en-US" altLang="ja-JP" dirty="0">
              <a:latin typeface="+mn-ea"/>
              <a:ea typeface="+mn-ea"/>
            </a:endParaRPr>
          </a:p>
          <a:p>
            <a:pPr lvl="5"/>
            <a:r>
              <a:rPr kumimoji="1" lang="ja-JP" altLang="en-US" dirty="0">
                <a:latin typeface="+mn-ea"/>
                <a:ea typeface="+mn-ea"/>
              </a:rPr>
              <a:t>小見出し</a:t>
            </a:r>
            <a:endParaRPr kumimoji="1" lang="en-US" altLang="ja-JP" dirty="0">
              <a:latin typeface="+mn-ea"/>
              <a:ea typeface="+mn-ea"/>
            </a:endParaRPr>
          </a:p>
          <a:p>
            <a:pPr lvl="6"/>
            <a:r>
              <a:rPr kumimoji="1" lang="ja-JP" altLang="en-US" dirty="0">
                <a:latin typeface="+mn-ea"/>
                <a:ea typeface="+mn-ea"/>
              </a:rPr>
              <a:t>小見出し</a:t>
            </a:r>
            <a:endParaRPr kumimoji="1" lang="en-US" altLang="ja-JP" dirty="0">
              <a:latin typeface="+mn-ea"/>
              <a:ea typeface="+mn-ea"/>
            </a:endParaRPr>
          </a:p>
          <a:p>
            <a:pPr lvl="7"/>
            <a:r>
              <a:rPr kumimoji="1" lang="ja-JP" altLang="en-US" dirty="0">
                <a:latin typeface="+mn-ea"/>
                <a:ea typeface="+mn-ea"/>
              </a:rPr>
              <a:t>小見出し</a:t>
            </a:r>
            <a:endParaRPr kumimoji="1" lang="en-US" altLang="ja-JP" dirty="0">
              <a:latin typeface="+mn-ea"/>
              <a:ea typeface="+mn-ea"/>
            </a:endParaRPr>
          </a:p>
          <a:p>
            <a:pPr lvl="8"/>
            <a:r>
              <a:rPr kumimoji="1" lang="ja-JP" altLang="en-US" dirty="0">
                <a:latin typeface="+mn-ea"/>
                <a:ea typeface="+mn-ea"/>
              </a:rPr>
              <a:t>小見出し</a:t>
            </a:r>
            <a:endParaRPr kumimoji="1" lang="en-US" altLang="ja-JP" dirty="0">
              <a:latin typeface="+mn-ea"/>
              <a:ea typeface="+mn-ea"/>
            </a:endParaRPr>
          </a:p>
          <a:p>
            <a:pPr lvl="3"/>
            <a:endParaRPr kumimoji="1" lang="en-US" altLang="ja-JP" dirty="0">
              <a:latin typeface="+mn-ea"/>
              <a:ea typeface="+mn-ea"/>
            </a:endParaRPr>
          </a:p>
        </p:txBody>
      </p:sp>
    </p:spTree>
    <p:extLst>
      <p:ext uri="{BB962C8B-B14F-4D97-AF65-F5344CB8AC3E}">
        <p14:creationId xmlns:p14="http://schemas.microsoft.com/office/powerpoint/2010/main" val="38136979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コンテンツ1-4">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3" y="272360"/>
            <a:ext cx="10075611"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pic>
        <p:nvPicPr>
          <p:cNvPr id="10" name="図 9">
            <a:extLst>
              <a:ext uri="{FF2B5EF4-FFF2-40B4-BE49-F238E27FC236}">
                <a16:creationId xmlns:a16="http://schemas.microsoft.com/office/drawing/2014/main" id="{C60F71B0-097D-0526-6259-1570A078902D}"/>
              </a:ext>
            </a:extLst>
          </p:cNvPr>
          <p:cNvPicPr>
            <a:picLocks noChangeAspect="1"/>
          </p:cNvPicPr>
          <p:nvPr userDrawn="1"/>
        </p:nvPicPr>
        <p:blipFill>
          <a:blip r:embed="rId2"/>
          <a:stretch>
            <a:fillRect/>
          </a:stretch>
        </p:blipFill>
        <p:spPr>
          <a:xfrm>
            <a:off x="10491416" y="217858"/>
            <a:ext cx="1365622" cy="648000"/>
          </a:xfrm>
          <a:prstGeom prst="rect">
            <a:avLst/>
          </a:prstGeom>
        </p:spPr>
      </p:pic>
      <p:sp>
        <p:nvSpPr>
          <p:cNvPr id="7" name="スライド番号プレースホルダー 6">
            <a:extLst>
              <a:ext uri="{FF2B5EF4-FFF2-40B4-BE49-F238E27FC236}">
                <a16:creationId xmlns:a16="http://schemas.microsoft.com/office/drawing/2014/main" id="{064B3119-48C0-8E01-AE32-E71441756020}"/>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3" name="コンテンツ プレースホルダー 8">
            <a:extLst>
              <a:ext uri="{FF2B5EF4-FFF2-40B4-BE49-F238E27FC236}">
                <a16:creationId xmlns:a16="http://schemas.microsoft.com/office/drawing/2014/main" id="{EA71EB9A-AFE7-F3C9-5167-0954EACFD5BC}"/>
              </a:ext>
            </a:extLst>
          </p:cNvPr>
          <p:cNvSpPr>
            <a:spLocks noGrp="1"/>
          </p:cNvSpPr>
          <p:nvPr>
            <p:ph sz="quarter" idx="10" hasCustomPrompt="1"/>
          </p:nvPr>
        </p:nvSpPr>
        <p:spPr>
          <a:xfrm>
            <a:off x="188844" y="947058"/>
            <a:ext cx="11668194" cy="5474824"/>
          </a:xfrm>
          <a:prstGeom prst="rect">
            <a:avLst/>
          </a:prstGeom>
        </p:spPr>
        <p:txBody>
          <a:bodyPr/>
          <a:lstStyle>
            <a:lvl1pPr marL="285750" indent="-285750">
              <a:lnSpc>
                <a:spcPct val="120000"/>
              </a:lnSpc>
              <a:spcBef>
                <a:spcPts val="0"/>
              </a:spcBef>
              <a:spcAft>
                <a:spcPts val="0"/>
              </a:spcAft>
              <a:buFont typeface="Arial" panose="020B0604020202020204" pitchFamily="34" charset="0"/>
              <a:buChar char="•"/>
              <a:defRPr sz="1800" b="0" i="0">
                <a:latin typeface="Yu Gothic Medium" panose="020B0400000000000000" pitchFamily="34" charset="-128"/>
                <a:ea typeface="Yu Gothic Medium" panose="020B0400000000000000" pitchFamily="34" charset="-128"/>
              </a:defRPr>
            </a:lvl1pPr>
            <a:lvl2pPr marL="742950" indent="-285750">
              <a:lnSpc>
                <a:spcPct val="120000"/>
              </a:lnSpc>
              <a:spcBef>
                <a:spcPts val="600"/>
              </a:spcBef>
              <a:spcAft>
                <a:spcPts val="600"/>
              </a:spcAft>
              <a:buFont typeface="Arial" panose="020B0604020202020204" pitchFamily="34" charset="0"/>
              <a:buChar char="•"/>
              <a:defRPr sz="1800" b="0">
                <a:latin typeface="游ゴシック Medium" panose="020B0500000000000000" pitchFamily="50" charset="-128"/>
                <a:ea typeface="游ゴシック Medium" panose="020B0500000000000000" pitchFamily="50" charset="-128"/>
              </a:defRPr>
            </a:lvl2pPr>
            <a:lvl3pPr marL="1200150" indent="-285750">
              <a:lnSpc>
                <a:spcPct val="120000"/>
              </a:lnSpc>
              <a:buFont typeface="Arial" panose="020B0604020202020204" pitchFamily="34" charset="0"/>
              <a:buChar char="•"/>
              <a:defRPr sz="1800">
                <a:latin typeface="游ゴシック Medium" panose="020B0500000000000000" pitchFamily="50" charset="-128"/>
                <a:ea typeface="游ゴシック Medium" panose="020B0500000000000000" pitchFamily="50" charset="-128"/>
              </a:defRPr>
            </a:lvl3pPr>
            <a:lvl4pPr marL="17145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4pPr>
            <a:lvl5pPr marL="21717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5pPr>
            <a:lvl6pPr>
              <a:defRPr>
                <a:latin typeface="游ゴシック Medium" panose="020B0500000000000000" pitchFamily="50" charset="-128"/>
                <a:ea typeface="游ゴシック Medium" panose="020B0500000000000000" pitchFamily="50" charset="-128"/>
              </a:defRPr>
            </a:lvl6pPr>
            <a:lvl7pPr>
              <a:defRPr>
                <a:latin typeface="游ゴシック Medium" panose="020B0500000000000000" pitchFamily="50" charset="-128"/>
                <a:ea typeface="游ゴシック Medium" panose="020B0500000000000000" pitchFamily="50" charset="-128"/>
              </a:defRPr>
            </a:lvl7pPr>
            <a:lvl8pPr>
              <a:defRPr>
                <a:latin typeface="游ゴシック Medium" panose="020B0500000000000000" pitchFamily="50" charset="-128"/>
                <a:ea typeface="游ゴシック Medium" panose="020B0500000000000000" pitchFamily="50" charset="-128"/>
              </a:defRPr>
            </a:lvl8pPr>
            <a:lvl9pPr>
              <a:defRPr>
                <a:latin typeface="游ゴシック Medium" panose="020B0500000000000000" pitchFamily="50" charset="-128"/>
                <a:ea typeface="游ゴシック Medium" panose="020B0500000000000000" pitchFamily="50" charset="-128"/>
              </a:defRPr>
            </a:lvl9pPr>
          </a:lstStyle>
          <a:p>
            <a:pPr lvl="0"/>
            <a:r>
              <a:rPr kumimoji="1" lang="ja-JP" altLang="en-US" dirty="0"/>
              <a:t>本文　游ゴシック</a:t>
            </a:r>
            <a:r>
              <a:rPr kumimoji="1" lang="en-US" altLang="ja-JP" dirty="0"/>
              <a:t>/Medium</a:t>
            </a:r>
          </a:p>
          <a:p>
            <a:pPr lvl="1"/>
            <a:r>
              <a:rPr kumimoji="1" lang="ja-JP" altLang="en-US" dirty="0"/>
              <a:t>第</a:t>
            </a:r>
            <a:r>
              <a:rPr kumimoji="1" lang="en-US" altLang="ja-JP" dirty="0"/>
              <a:t>2</a:t>
            </a:r>
            <a:r>
              <a:rPr kumimoji="1" lang="ja-JP" altLang="en-US" dirty="0"/>
              <a:t>階層</a:t>
            </a:r>
            <a:endParaRPr kumimoji="1" lang="en-US" altLang="ja-JP" dirty="0"/>
          </a:p>
          <a:p>
            <a:pPr lvl="2"/>
            <a:r>
              <a:rPr kumimoji="1" lang="ja-JP" altLang="en-US" dirty="0"/>
              <a:t>第</a:t>
            </a:r>
            <a:r>
              <a:rPr kumimoji="1" lang="en-US" altLang="ja-JP" dirty="0"/>
              <a:t>3</a:t>
            </a:r>
            <a:r>
              <a:rPr kumimoji="1" lang="ja-JP" altLang="en-US" dirty="0"/>
              <a:t>階層</a:t>
            </a:r>
            <a:endParaRPr kumimoji="1" lang="en-US" altLang="ja-JP" dirty="0"/>
          </a:p>
          <a:p>
            <a:pPr lvl="3"/>
            <a:r>
              <a:rPr kumimoji="1" lang="ja-JP" altLang="en-US" dirty="0"/>
              <a:t>第</a:t>
            </a:r>
            <a:r>
              <a:rPr kumimoji="1" lang="en-US" altLang="ja-JP" dirty="0"/>
              <a:t>4</a:t>
            </a:r>
            <a:r>
              <a:rPr kumimoji="1" lang="ja-JP" altLang="en-US" dirty="0"/>
              <a:t>階層</a:t>
            </a:r>
            <a:endParaRPr kumimoji="1" lang="en-US" altLang="ja-JP" dirty="0"/>
          </a:p>
          <a:p>
            <a:pPr lvl="4"/>
            <a:r>
              <a:rPr kumimoji="1" lang="ja-JP" altLang="en-US" dirty="0"/>
              <a:t>第</a:t>
            </a:r>
            <a:r>
              <a:rPr kumimoji="1" lang="en-US" altLang="ja-JP" dirty="0"/>
              <a:t>5</a:t>
            </a:r>
            <a:r>
              <a:rPr kumimoji="1" lang="ja-JP" altLang="en-US" dirty="0"/>
              <a:t>階層</a:t>
            </a:r>
            <a:endParaRPr kumimoji="1" lang="en-US" altLang="ja-JP" dirty="0"/>
          </a:p>
          <a:p>
            <a:pPr lvl="5"/>
            <a:r>
              <a:rPr kumimoji="1" lang="ja-JP" altLang="en-US" dirty="0"/>
              <a:t>第</a:t>
            </a:r>
            <a:r>
              <a:rPr kumimoji="1" lang="en-US" altLang="ja-JP" dirty="0"/>
              <a:t>6</a:t>
            </a:r>
            <a:r>
              <a:rPr kumimoji="1" lang="ja-JP" altLang="en-US" dirty="0"/>
              <a:t>階層</a:t>
            </a:r>
            <a:endParaRPr kumimoji="1" lang="en-US" altLang="ja-JP" dirty="0"/>
          </a:p>
          <a:p>
            <a:pPr lvl="6"/>
            <a:r>
              <a:rPr kumimoji="1" lang="ja-JP" altLang="en-US" dirty="0"/>
              <a:t>第</a:t>
            </a:r>
            <a:r>
              <a:rPr kumimoji="1" lang="en-US" altLang="ja-JP" dirty="0"/>
              <a:t>7</a:t>
            </a:r>
            <a:r>
              <a:rPr kumimoji="1" lang="ja-JP" altLang="en-US" dirty="0"/>
              <a:t>階層</a:t>
            </a:r>
            <a:endParaRPr kumimoji="1" lang="en-US" altLang="ja-JP" dirty="0"/>
          </a:p>
          <a:p>
            <a:pPr lvl="7"/>
            <a:r>
              <a:rPr kumimoji="1" lang="ja-JP" altLang="en-US" dirty="0"/>
              <a:t>第</a:t>
            </a:r>
            <a:r>
              <a:rPr kumimoji="1" lang="en-US" altLang="ja-JP" dirty="0"/>
              <a:t>8</a:t>
            </a:r>
            <a:r>
              <a:rPr kumimoji="1" lang="ja-JP" altLang="en-US" dirty="0"/>
              <a:t>階層</a:t>
            </a:r>
            <a:endParaRPr kumimoji="1" lang="en-US" altLang="ja-JP" dirty="0"/>
          </a:p>
          <a:p>
            <a:pPr lvl="8"/>
            <a:r>
              <a:rPr kumimoji="1" lang="ja-JP" altLang="en-US" dirty="0"/>
              <a:t>第</a:t>
            </a:r>
            <a:r>
              <a:rPr kumimoji="1" lang="en-US" altLang="ja-JP" dirty="0"/>
              <a:t>9</a:t>
            </a:r>
            <a:r>
              <a:rPr kumimoji="1" lang="ja-JP" altLang="en-US" dirty="0"/>
              <a:t>階層</a:t>
            </a:r>
            <a:endParaRPr kumimoji="1" lang="en-US" altLang="ja-JP" dirty="0"/>
          </a:p>
          <a:p>
            <a:pPr lvl="0"/>
            <a:endParaRPr kumimoji="1" lang="en-US" altLang="ja-JP" dirty="0"/>
          </a:p>
          <a:p>
            <a:pPr lvl="1"/>
            <a:endParaRPr kumimoji="1" lang="en-US" altLang="ja-JP" dirty="0">
              <a:latin typeface="+mn-ea"/>
              <a:ea typeface="+mn-ea"/>
            </a:endParaRPr>
          </a:p>
        </p:txBody>
      </p:sp>
    </p:spTree>
    <p:extLst>
      <p:ext uri="{BB962C8B-B14F-4D97-AF65-F5344CB8AC3E}">
        <p14:creationId xmlns:p14="http://schemas.microsoft.com/office/powerpoint/2010/main" val="11862067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コンテンツ2-1">
    <p:spTree>
      <p:nvGrpSpPr>
        <p:cNvPr id="1" name=""/>
        <p:cNvGrpSpPr/>
        <p:nvPr/>
      </p:nvGrpSpPr>
      <p:grpSpPr>
        <a:xfrm>
          <a:off x="0" y="0"/>
          <a:ext cx="0" cy="0"/>
          <a:chOff x="0" y="0"/>
          <a:chExt cx="0" cy="0"/>
        </a:xfrm>
      </p:grpSpPr>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4" y="305018"/>
            <a:ext cx="8941904"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dirty="0"/>
              <a:t>/Bold</a:t>
            </a:r>
            <a:endParaRPr kumimoji="1" lang="ja-JP" altLang="en-US"/>
          </a:p>
        </p:txBody>
      </p:sp>
      <p:sp>
        <p:nvSpPr>
          <p:cNvPr id="7" name="スライド番号プレースホルダー 6">
            <a:extLst>
              <a:ext uri="{FF2B5EF4-FFF2-40B4-BE49-F238E27FC236}">
                <a16:creationId xmlns:a16="http://schemas.microsoft.com/office/drawing/2014/main" id="{B002B0F8-6464-F50B-878B-38EED79D494A}"/>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2" name="正方形/長方形 1">
            <a:extLst>
              <a:ext uri="{FF2B5EF4-FFF2-40B4-BE49-F238E27FC236}">
                <a16:creationId xmlns:a16="http://schemas.microsoft.com/office/drawing/2014/main" id="{1108FD7B-9622-6750-A983-348138413EC9}"/>
              </a:ext>
            </a:extLst>
          </p:cNvPr>
          <p:cNvSpPr/>
          <p:nvPr userDrawn="1"/>
        </p:nvSpPr>
        <p:spPr>
          <a:xfrm>
            <a:off x="1" y="-2421"/>
            <a:ext cx="12192000" cy="877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pic>
        <p:nvPicPr>
          <p:cNvPr id="4" name="図 3">
            <a:extLst>
              <a:ext uri="{FF2B5EF4-FFF2-40B4-BE49-F238E27FC236}">
                <a16:creationId xmlns:a16="http://schemas.microsoft.com/office/drawing/2014/main" id="{E8ABFC63-59DC-59D8-07F3-F0CB7C1BA821}"/>
              </a:ext>
            </a:extLst>
          </p:cNvPr>
          <p:cNvPicPr>
            <a:picLocks noChangeAspect="1"/>
          </p:cNvPicPr>
          <p:nvPr userDrawn="1"/>
        </p:nvPicPr>
        <p:blipFill>
          <a:blip r:embed="rId2"/>
          <a:stretch>
            <a:fillRect/>
          </a:stretch>
        </p:blipFill>
        <p:spPr>
          <a:xfrm>
            <a:off x="9844955" y="344645"/>
            <a:ext cx="2160000" cy="438661"/>
          </a:xfrm>
          <a:prstGeom prst="rect">
            <a:avLst/>
          </a:prstGeom>
        </p:spPr>
      </p:pic>
      <p:sp>
        <p:nvSpPr>
          <p:cNvPr id="3" name="コンテンツ プレースホルダー 8">
            <a:extLst>
              <a:ext uri="{FF2B5EF4-FFF2-40B4-BE49-F238E27FC236}">
                <a16:creationId xmlns:a16="http://schemas.microsoft.com/office/drawing/2014/main" id="{D3B28D76-F95B-F94B-C8D6-1BC0750235CC}"/>
              </a:ext>
            </a:extLst>
          </p:cNvPr>
          <p:cNvSpPr>
            <a:spLocks noGrp="1"/>
          </p:cNvSpPr>
          <p:nvPr>
            <p:ph sz="quarter" idx="10" hasCustomPrompt="1"/>
          </p:nvPr>
        </p:nvSpPr>
        <p:spPr>
          <a:xfrm>
            <a:off x="188844" y="947058"/>
            <a:ext cx="11668194" cy="1507068"/>
          </a:xfrm>
          <a:prstGeom prst="rect">
            <a:avLst/>
          </a:prstGeom>
        </p:spPr>
        <p:txBody>
          <a:bodyPr/>
          <a:lstStyle>
            <a:lvl1pPr marL="0" indent="0">
              <a:lnSpc>
                <a:spcPct val="120000"/>
              </a:lnSpc>
              <a:spcBef>
                <a:spcPts val="0"/>
              </a:spcBef>
              <a:spcAft>
                <a:spcPts val="0"/>
              </a:spcAft>
              <a:buFont typeface="Arial" panose="020B0604020202020204" pitchFamily="34" charset="0"/>
              <a:buNone/>
              <a:defRPr sz="2400" b="1">
                <a:latin typeface="+mn-ea"/>
                <a:ea typeface="+mn-ea"/>
              </a:defRPr>
            </a:lvl1pPr>
            <a:lvl2pPr marL="457200" indent="0">
              <a:lnSpc>
                <a:spcPct val="120000"/>
              </a:lnSpc>
              <a:spcBef>
                <a:spcPts val="600"/>
              </a:spcBef>
              <a:spcAft>
                <a:spcPts val="600"/>
              </a:spcAft>
              <a:buFont typeface="Arial" panose="020B0604020202020204" pitchFamily="34" charset="0"/>
              <a:buNone/>
              <a:defRPr sz="2000" b="1">
                <a:latin typeface="+mn-ea"/>
                <a:ea typeface="+mn-ea"/>
              </a:defRPr>
            </a:lvl2pPr>
            <a:lvl3pPr marL="914400" indent="0">
              <a:lnSpc>
                <a:spcPct val="120000"/>
              </a:lnSpc>
              <a:buFont typeface="Arial" panose="020B0604020202020204" pitchFamily="34" charset="0"/>
              <a:buNone/>
              <a:defRPr b="1">
                <a:latin typeface="+mn-ea"/>
                <a:ea typeface="+mn-ea"/>
              </a:defRPr>
            </a:lvl3pPr>
            <a:lvl4pPr marL="1371600" indent="0">
              <a:lnSpc>
                <a:spcPct val="120000"/>
              </a:lnSpc>
              <a:buFont typeface="Arial" panose="020B0604020202020204" pitchFamily="34" charset="0"/>
              <a:buNone/>
              <a:defRPr b="1">
                <a:latin typeface="+mn-ea"/>
                <a:ea typeface="+mn-ea"/>
              </a:defRPr>
            </a:lvl4pPr>
            <a:lvl5pPr marL="1828800" indent="0">
              <a:lnSpc>
                <a:spcPct val="120000"/>
              </a:lnSpc>
              <a:buFont typeface="Arial" panose="020B0604020202020204" pitchFamily="34" charset="0"/>
              <a:buNone/>
              <a:defRPr b="1">
                <a:latin typeface="+mn-ea"/>
                <a:ea typeface="+mn-ea"/>
              </a:defRPr>
            </a:lvl5pPr>
            <a:lvl6pPr marL="2286000" indent="0">
              <a:buFont typeface="Arial" panose="020B0604020202020204" pitchFamily="34" charset="0"/>
              <a:buNone/>
              <a:defRPr b="1">
                <a:latin typeface="+mn-ea"/>
                <a:ea typeface="+mn-ea"/>
              </a:defRPr>
            </a:lvl6pPr>
            <a:lvl7pPr marL="2743200" indent="0">
              <a:buFont typeface="Arial" panose="020B0604020202020204" pitchFamily="34" charset="0"/>
              <a:buNone/>
              <a:defRPr b="1">
                <a:latin typeface="+mn-ea"/>
                <a:ea typeface="+mn-ea"/>
              </a:defRPr>
            </a:lvl7pPr>
            <a:lvl8pPr marL="3200400" indent="0">
              <a:buFont typeface="Arial" panose="020B0604020202020204" pitchFamily="34" charset="0"/>
              <a:buNone/>
              <a:defRPr b="1">
                <a:latin typeface="+mn-ea"/>
                <a:ea typeface="+mn-ea"/>
              </a:defRPr>
            </a:lvl8pPr>
            <a:lvl9pPr marL="3657600" indent="0">
              <a:buFont typeface="Arial" panose="020B0604020202020204" pitchFamily="34" charset="0"/>
              <a:buNone/>
              <a:defRPr b="1">
                <a:latin typeface="+mn-ea"/>
                <a:ea typeface="+mn-ea"/>
              </a:defRPr>
            </a:lvl9pPr>
          </a:lstStyle>
          <a:p>
            <a:pPr lvl="0"/>
            <a:r>
              <a:rPr kumimoji="1" lang="ja-JP" altLang="en-US" dirty="0"/>
              <a:t>見出し　游ゴシック</a:t>
            </a:r>
            <a:r>
              <a:rPr kumimoji="1" lang="en-US" altLang="ja-JP" dirty="0"/>
              <a:t>/Bold</a:t>
            </a:r>
          </a:p>
          <a:p>
            <a:pPr lvl="1"/>
            <a:r>
              <a:rPr kumimoji="1" lang="ja-JP" altLang="en-US" dirty="0"/>
              <a:t>小見出し</a:t>
            </a:r>
            <a:endParaRPr kumimoji="1" lang="en-US" altLang="ja-JP" dirty="0"/>
          </a:p>
          <a:p>
            <a:pPr lvl="2"/>
            <a:r>
              <a:rPr kumimoji="1" lang="ja-JP" altLang="en-US" dirty="0"/>
              <a:t>小見出し</a:t>
            </a:r>
            <a:endParaRPr kumimoji="1" lang="en-US" altLang="ja-JP" dirty="0"/>
          </a:p>
          <a:p>
            <a:pPr lvl="3"/>
            <a:r>
              <a:rPr kumimoji="1" lang="ja-JP" altLang="en-US" dirty="0"/>
              <a:t>小見出し</a:t>
            </a:r>
            <a:endParaRPr kumimoji="1" lang="en-US" altLang="ja-JP" dirty="0"/>
          </a:p>
          <a:p>
            <a:pPr lvl="4"/>
            <a:r>
              <a:rPr kumimoji="1" lang="ja-JP" altLang="en-US" dirty="0"/>
              <a:t>小見出し</a:t>
            </a:r>
            <a:endParaRPr kumimoji="1" lang="en-US" altLang="ja-JP" dirty="0"/>
          </a:p>
          <a:p>
            <a:pPr lvl="5"/>
            <a:r>
              <a:rPr kumimoji="1" lang="ja-JP" altLang="en-US" dirty="0"/>
              <a:t>小見出し</a:t>
            </a:r>
            <a:endParaRPr kumimoji="1" lang="en-US" altLang="ja-JP" dirty="0"/>
          </a:p>
          <a:p>
            <a:pPr lvl="6"/>
            <a:r>
              <a:rPr kumimoji="1" lang="ja-JP" altLang="en-US" dirty="0"/>
              <a:t>小見出し</a:t>
            </a:r>
            <a:endParaRPr kumimoji="1" lang="en-US" altLang="ja-JP" dirty="0"/>
          </a:p>
          <a:p>
            <a:pPr lvl="7"/>
            <a:r>
              <a:rPr kumimoji="1" lang="ja-JP" altLang="en-US" dirty="0"/>
              <a:t>小見出し</a:t>
            </a:r>
            <a:endParaRPr kumimoji="1" lang="en-US" altLang="ja-JP" dirty="0"/>
          </a:p>
          <a:p>
            <a:pPr lvl="8"/>
            <a:r>
              <a:rPr kumimoji="1" lang="ja-JP" altLang="en-US" dirty="0"/>
              <a:t>小見出し</a:t>
            </a:r>
            <a:endParaRPr kumimoji="1" lang="en-US" altLang="ja-JP" dirty="0"/>
          </a:p>
          <a:p>
            <a:pPr lvl="0"/>
            <a:endParaRPr kumimoji="1" lang="en-US" altLang="ja-JP" dirty="0"/>
          </a:p>
          <a:p>
            <a:pPr lvl="8"/>
            <a:endParaRPr kumimoji="1" lang="en-US" altLang="ja-JP" dirty="0">
              <a:latin typeface="+mn-ea"/>
              <a:ea typeface="+mn-ea"/>
            </a:endParaRPr>
          </a:p>
        </p:txBody>
      </p:sp>
    </p:spTree>
    <p:extLst>
      <p:ext uri="{BB962C8B-B14F-4D97-AF65-F5344CB8AC3E}">
        <p14:creationId xmlns:p14="http://schemas.microsoft.com/office/powerpoint/2010/main" val="126800721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コンテンツ2-2">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 y="-2421"/>
            <a:ext cx="12192000" cy="877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pic>
        <p:nvPicPr>
          <p:cNvPr id="3" name="図 2">
            <a:extLst>
              <a:ext uri="{FF2B5EF4-FFF2-40B4-BE49-F238E27FC236}">
                <a16:creationId xmlns:a16="http://schemas.microsoft.com/office/drawing/2014/main" id="{05DC1476-CC62-5D3A-80A7-BE6321386036}"/>
              </a:ext>
            </a:extLst>
          </p:cNvPr>
          <p:cNvPicPr>
            <a:picLocks noChangeAspect="1"/>
          </p:cNvPicPr>
          <p:nvPr userDrawn="1"/>
        </p:nvPicPr>
        <p:blipFill>
          <a:blip r:embed="rId2"/>
          <a:stretch>
            <a:fillRect/>
          </a:stretch>
        </p:blipFill>
        <p:spPr>
          <a:xfrm>
            <a:off x="9844955" y="344645"/>
            <a:ext cx="2160000" cy="438661"/>
          </a:xfrm>
          <a:prstGeom prst="rect">
            <a:avLst/>
          </a:prstGeom>
        </p:spPr>
      </p:pic>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4" y="305018"/>
            <a:ext cx="8941904"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dirty="0"/>
              <a:t>/Bold</a:t>
            </a:r>
            <a:endParaRPr kumimoji="1" lang="ja-JP" altLang="en-US"/>
          </a:p>
        </p:txBody>
      </p:sp>
      <p:sp>
        <p:nvSpPr>
          <p:cNvPr id="7" name="スライド番号プレースホルダー 6">
            <a:extLst>
              <a:ext uri="{FF2B5EF4-FFF2-40B4-BE49-F238E27FC236}">
                <a16:creationId xmlns:a16="http://schemas.microsoft.com/office/drawing/2014/main" id="{B002B0F8-6464-F50B-878B-38EED79D494A}"/>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2" name="コンテンツ プレースホルダー 8">
            <a:extLst>
              <a:ext uri="{FF2B5EF4-FFF2-40B4-BE49-F238E27FC236}">
                <a16:creationId xmlns:a16="http://schemas.microsoft.com/office/drawing/2014/main" id="{14D2D2E6-1180-C1EA-1064-AD51276426BF}"/>
              </a:ext>
            </a:extLst>
          </p:cNvPr>
          <p:cNvSpPr>
            <a:spLocks noGrp="1"/>
          </p:cNvSpPr>
          <p:nvPr>
            <p:ph sz="quarter" idx="10" hasCustomPrompt="1"/>
          </p:nvPr>
        </p:nvSpPr>
        <p:spPr>
          <a:xfrm>
            <a:off x="188844" y="947058"/>
            <a:ext cx="11668194" cy="5474824"/>
          </a:xfrm>
          <a:prstGeom prst="rect">
            <a:avLst/>
          </a:prstGeom>
        </p:spPr>
        <p:txBody>
          <a:bodyPr/>
          <a:lstStyle>
            <a:lvl1pPr marL="285750" indent="-285750">
              <a:lnSpc>
                <a:spcPct val="120000"/>
              </a:lnSpc>
              <a:spcBef>
                <a:spcPts val="0"/>
              </a:spcBef>
              <a:spcAft>
                <a:spcPts val="0"/>
              </a:spcAft>
              <a:buFont typeface="Arial" panose="020B0604020202020204" pitchFamily="34" charset="0"/>
              <a:buChar char="•"/>
              <a:defRPr sz="1800" b="0" i="0">
                <a:latin typeface="Yu Gothic Medium" panose="020B0400000000000000" pitchFamily="34" charset="-128"/>
                <a:ea typeface="Yu Gothic Medium" panose="020B0400000000000000" pitchFamily="34" charset="-128"/>
              </a:defRPr>
            </a:lvl1pPr>
            <a:lvl2pPr marL="742950" indent="-285750">
              <a:lnSpc>
                <a:spcPct val="120000"/>
              </a:lnSpc>
              <a:spcBef>
                <a:spcPts val="600"/>
              </a:spcBef>
              <a:spcAft>
                <a:spcPts val="600"/>
              </a:spcAft>
              <a:buFont typeface="Arial" panose="020B0604020202020204" pitchFamily="34" charset="0"/>
              <a:buChar char="•"/>
              <a:defRPr sz="1800" b="0">
                <a:latin typeface="游ゴシック Medium" panose="020B0500000000000000" pitchFamily="50" charset="-128"/>
                <a:ea typeface="游ゴシック Medium" panose="020B0500000000000000" pitchFamily="50" charset="-128"/>
              </a:defRPr>
            </a:lvl2pPr>
            <a:lvl3pPr marL="1200150" indent="-285750">
              <a:lnSpc>
                <a:spcPct val="120000"/>
              </a:lnSpc>
              <a:buFont typeface="Arial" panose="020B0604020202020204" pitchFamily="34" charset="0"/>
              <a:buChar char="•"/>
              <a:defRPr sz="1800">
                <a:latin typeface="游ゴシック Medium" panose="020B0500000000000000" pitchFamily="50" charset="-128"/>
                <a:ea typeface="游ゴシック Medium" panose="020B0500000000000000" pitchFamily="50" charset="-128"/>
              </a:defRPr>
            </a:lvl3pPr>
            <a:lvl4pPr marL="17145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4pPr>
            <a:lvl5pPr marL="21717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5pPr>
            <a:lvl6pPr>
              <a:defRPr>
                <a:latin typeface="游ゴシック Medium" panose="020B0500000000000000" pitchFamily="50" charset="-128"/>
                <a:ea typeface="游ゴシック Medium" panose="020B0500000000000000" pitchFamily="50" charset="-128"/>
              </a:defRPr>
            </a:lvl6pPr>
            <a:lvl7pPr>
              <a:defRPr>
                <a:latin typeface="游ゴシック Medium" panose="020B0500000000000000" pitchFamily="50" charset="-128"/>
                <a:ea typeface="游ゴシック Medium" panose="020B0500000000000000" pitchFamily="50" charset="-128"/>
              </a:defRPr>
            </a:lvl7pPr>
            <a:lvl8pPr>
              <a:defRPr>
                <a:latin typeface="游ゴシック Medium" panose="020B0500000000000000" pitchFamily="50" charset="-128"/>
                <a:ea typeface="游ゴシック Medium" panose="020B0500000000000000" pitchFamily="50" charset="-128"/>
              </a:defRPr>
            </a:lvl8pPr>
            <a:lvl9pPr>
              <a:defRPr>
                <a:latin typeface="游ゴシック Medium" panose="020B0500000000000000" pitchFamily="50" charset="-128"/>
                <a:ea typeface="游ゴシック Medium" panose="020B0500000000000000" pitchFamily="50" charset="-128"/>
              </a:defRPr>
            </a:lvl9pPr>
          </a:lstStyle>
          <a:p>
            <a:pPr lvl="0"/>
            <a:r>
              <a:rPr kumimoji="1" lang="ja-JP" altLang="en-US" dirty="0"/>
              <a:t>本文　游ゴシック</a:t>
            </a:r>
            <a:r>
              <a:rPr kumimoji="1" lang="en-US" altLang="ja-JP" dirty="0"/>
              <a:t>/Medium</a:t>
            </a:r>
          </a:p>
          <a:p>
            <a:pPr lvl="1"/>
            <a:r>
              <a:rPr kumimoji="1" lang="ja-JP" altLang="en-US" dirty="0"/>
              <a:t>第</a:t>
            </a:r>
            <a:r>
              <a:rPr kumimoji="1" lang="en-US" altLang="ja-JP" dirty="0"/>
              <a:t>2</a:t>
            </a:r>
            <a:r>
              <a:rPr kumimoji="1" lang="ja-JP" altLang="en-US" dirty="0"/>
              <a:t>階層</a:t>
            </a:r>
            <a:endParaRPr kumimoji="1" lang="en-US" altLang="ja-JP" dirty="0"/>
          </a:p>
          <a:p>
            <a:pPr lvl="2"/>
            <a:r>
              <a:rPr kumimoji="1" lang="ja-JP" altLang="en-US" dirty="0"/>
              <a:t>第</a:t>
            </a:r>
            <a:r>
              <a:rPr kumimoji="1" lang="en-US" altLang="ja-JP" dirty="0"/>
              <a:t>3</a:t>
            </a:r>
            <a:r>
              <a:rPr kumimoji="1" lang="ja-JP" altLang="en-US" dirty="0"/>
              <a:t>階層</a:t>
            </a:r>
            <a:endParaRPr kumimoji="1" lang="en-US" altLang="ja-JP" dirty="0"/>
          </a:p>
          <a:p>
            <a:pPr lvl="3"/>
            <a:r>
              <a:rPr kumimoji="1" lang="ja-JP" altLang="en-US" dirty="0"/>
              <a:t>第</a:t>
            </a:r>
            <a:r>
              <a:rPr kumimoji="1" lang="en-US" altLang="ja-JP" dirty="0"/>
              <a:t>4</a:t>
            </a:r>
            <a:r>
              <a:rPr kumimoji="1" lang="ja-JP" altLang="en-US" dirty="0"/>
              <a:t>階層</a:t>
            </a:r>
            <a:endParaRPr kumimoji="1" lang="en-US" altLang="ja-JP" dirty="0"/>
          </a:p>
          <a:p>
            <a:pPr lvl="4"/>
            <a:r>
              <a:rPr kumimoji="1" lang="ja-JP" altLang="en-US" dirty="0"/>
              <a:t>第</a:t>
            </a:r>
            <a:r>
              <a:rPr kumimoji="1" lang="en-US" altLang="ja-JP" dirty="0"/>
              <a:t>5</a:t>
            </a:r>
            <a:r>
              <a:rPr kumimoji="1" lang="ja-JP" altLang="en-US" dirty="0"/>
              <a:t>階層</a:t>
            </a:r>
            <a:endParaRPr kumimoji="1" lang="en-US" altLang="ja-JP" dirty="0"/>
          </a:p>
          <a:p>
            <a:pPr lvl="5"/>
            <a:r>
              <a:rPr kumimoji="1" lang="ja-JP" altLang="en-US" dirty="0"/>
              <a:t>第</a:t>
            </a:r>
            <a:r>
              <a:rPr kumimoji="1" lang="en-US" altLang="ja-JP" dirty="0"/>
              <a:t>6</a:t>
            </a:r>
            <a:r>
              <a:rPr kumimoji="1" lang="ja-JP" altLang="en-US" dirty="0"/>
              <a:t>階層</a:t>
            </a:r>
            <a:endParaRPr kumimoji="1" lang="en-US" altLang="ja-JP" dirty="0"/>
          </a:p>
          <a:p>
            <a:pPr lvl="6"/>
            <a:r>
              <a:rPr kumimoji="1" lang="ja-JP" altLang="en-US" dirty="0"/>
              <a:t>第</a:t>
            </a:r>
            <a:r>
              <a:rPr kumimoji="1" lang="en-US" altLang="ja-JP" dirty="0"/>
              <a:t>7</a:t>
            </a:r>
            <a:r>
              <a:rPr kumimoji="1" lang="ja-JP" altLang="en-US" dirty="0"/>
              <a:t>階層</a:t>
            </a:r>
            <a:endParaRPr kumimoji="1" lang="en-US" altLang="ja-JP" dirty="0"/>
          </a:p>
          <a:p>
            <a:pPr lvl="7"/>
            <a:r>
              <a:rPr kumimoji="1" lang="ja-JP" altLang="en-US" dirty="0"/>
              <a:t>第</a:t>
            </a:r>
            <a:r>
              <a:rPr kumimoji="1" lang="en-US" altLang="ja-JP" dirty="0"/>
              <a:t>8</a:t>
            </a:r>
            <a:r>
              <a:rPr kumimoji="1" lang="ja-JP" altLang="en-US" dirty="0"/>
              <a:t>階層</a:t>
            </a:r>
            <a:endParaRPr kumimoji="1" lang="en-US" altLang="ja-JP" dirty="0"/>
          </a:p>
          <a:p>
            <a:pPr lvl="8"/>
            <a:r>
              <a:rPr kumimoji="1" lang="ja-JP" altLang="en-US" dirty="0"/>
              <a:t>第</a:t>
            </a:r>
            <a:r>
              <a:rPr kumimoji="1" lang="en-US" altLang="ja-JP" dirty="0"/>
              <a:t>9</a:t>
            </a:r>
            <a:r>
              <a:rPr kumimoji="1" lang="ja-JP" altLang="en-US" dirty="0"/>
              <a:t>階層</a:t>
            </a:r>
            <a:endParaRPr kumimoji="1" lang="en-US" altLang="ja-JP" dirty="0"/>
          </a:p>
          <a:p>
            <a:pPr lvl="0"/>
            <a:endParaRPr kumimoji="1" lang="en-US" altLang="ja-JP" dirty="0"/>
          </a:p>
          <a:p>
            <a:pPr lvl="1"/>
            <a:endParaRPr kumimoji="1" lang="en-US" altLang="ja-JP" dirty="0">
              <a:latin typeface="+mn-ea"/>
              <a:ea typeface="+mn-ea"/>
            </a:endParaRPr>
          </a:p>
        </p:txBody>
      </p:sp>
    </p:spTree>
    <p:extLst>
      <p:ext uri="{BB962C8B-B14F-4D97-AF65-F5344CB8AC3E}">
        <p14:creationId xmlns:p14="http://schemas.microsoft.com/office/powerpoint/2010/main" val="80190868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コンテンツ2-3">
    <p:spTree>
      <p:nvGrpSpPr>
        <p:cNvPr id="1" name=""/>
        <p:cNvGrpSpPr/>
        <p:nvPr/>
      </p:nvGrpSpPr>
      <p:grpSpPr>
        <a:xfrm>
          <a:off x="0" y="0"/>
          <a:ext cx="0" cy="0"/>
          <a:chOff x="0" y="0"/>
          <a:chExt cx="0" cy="0"/>
        </a:xfrm>
      </p:grpSpPr>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3" y="305018"/>
            <a:ext cx="10075611" cy="509518"/>
          </a:xfrm>
          <a:prstGeom prst="rect">
            <a:avLst/>
          </a:prstGeom>
        </p:spPr>
        <p:txBody>
          <a:bodyPr/>
          <a:lstStyle>
            <a:lvl1pPr>
              <a:defRPr sz="3600" b="1" i="0">
                <a:solidFill>
                  <a:schemeClr val="tx2"/>
                </a:solidFill>
                <a:latin typeface="+mn-ea"/>
                <a:ea typeface="+mn-ea"/>
              </a:defRPr>
            </a:lvl1pPr>
          </a:lstStyle>
          <a:p>
            <a:r>
              <a:rPr kumimoji="1" lang="ja-JP" altLang="en-US"/>
              <a:t>タイトル</a:t>
            </a:r>
            <a:r>
              <a:rPr kumimoji="1" lang="en-US" altLang="ja-JP"/>
              <a:t>  </a:t>
            </a:r>
            <a:r>
              <a:rPr kumimoji="1" lang="ja-JP" altLang="en-US"/>
              <a:t>　游ゴシック</a:t>
            </a:r>
            <a:r>
              <a:rPr kumimoji="1" lang="en-US" altLang="ja-JP"/>
              <a:t>/Bold</a:t>
            </a:r>
            <a:endParaRPr kumimoji="1" lang="ja-JP" altLang="en-US"/>
          </a:p>
        </p:txBody>
      </p:sp>
      <p:pic>
        <p:nvPicPr>
          <p:cNvPr id="10" name="図 9">
            <a:extLst>
              <a:ext uri="{FF2B5EF4-FFF2-40B4-BE49-F238E27FC236}">
                <a16:creationId xmlns:a16="http://schemas.microsoft.com/office/drawing/2014/main" id="{C60F71B0-097D-0526-6259-1570A078902D}"/>
              </a:ext>
            </a:extLst>
          </p:cNvPr>
          <p:cNvPicPr>
            <a:picLocks noChangeAspect="1"/>
          </p:cNvPicPr>
          <p:nvPr userDrawn="1"/>
        </p:nvPicPr>
        <p:blipFill>
          <a:blip r:embed="rId2"/>
          <a:stretch>
            <a:fillRect/>
          </a:stretch>
        </p:blipFill>
        <p:spPr>
          <a:xfrm>
            <a:off x="10663518" y="250516"/>
            <a:ext cx="1193520" cy="566336"/>
          </a:xfrm>
          <a:prstGeom prst="rect">
            <a:avLst/>
          </a:prstGeom>
        </p:spPr>
      </p:pic>
      <p:sp>
        <p:nvSpPr>
          <p:cNvPr id="7" name="スライド番号プレースホルダー 6">
            <a:extLst>
              <a:ext uri="{FF2B5EF4-FFF2-40B4-BE49-F238E27FC236}">
                <a16:creationId xmlns:a16="http://schemas.microsoft.com/office/drawing/2014/main" id="{064B3119-48C0-8E01-AE32-E71441756020}"/>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2" name="正方形/長方形 1">
            <a:extLst>
              <a:ext uri="{FF2B5EF4-FFF2-40B4-BE49-F238E27FC236}">
                <a16:creationId xmlns:a16="http://schemas.microsoft.com/office/drawing/2014/main" id="{55A7F55F-BF45-81CB-D2FE-5C7F3F29EDE6}"/>
              </a:ext>
            </a:extLst>
          </p:cNvPr>
          <p:cNvSpPr/>
          <p:nvPr userDrawn="1"/>
        </p:nvSpPr>
        <p:spPr>
          <a:xfrm>
            <a:off x="1" y="-2421"/>
            <a:ext cx="12192000" cy="877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 name="コンテンツ プレースホルダー 8">
            <a:extLst>
              <a:ext uri="{FF2B5EF4-FFF2-40B4-BE49-F238E27FC236}">
                <a16:creationId xmlns:a16="http://schemas.microsoft.com/office/drawing/2014/main" id="{761E4339-D633-1B48-645B-157DEE624E0F}"/>
              </a:ext>
            </a:extLst>
          </p:cNvPr>
          <p:cNvSpPr>
            <a:spLocks noGrp="1"/>
          </p:cNvSpPr>
          <p:nvPr>
            <p:ph sz="quarter" idx="10" hasCustomPrompt="1"/>
          </p:nvPr>
        </p:nvSpPr>
        <p:spPr>
          <a:xfrm>
            <a:off x="188844" y="947058"/>
            <a:ext cx="11668194" cy="1507068"/>
          </a:xfrm>
          <a:prstGeom prst="rect">
            <a:avLst/>
          </a:prstGeom>
        </p:spPr>
        <p:txBody>
          <a:bodyPr/>
          <a:lstStyle>
            <a:lvl1pPr marL="0" indent="0">
              <a:lnSpc>
                <a:spcPct val="120000"/>
              </a:lnSpc>
              <a:spcBef>
                <a:spcPts val="0"/>
              </a:spcBef>
              <a:spcAft>
                <a:spcPts val="0"/>
              </a:spcAft>
              <a:buFont typeface="+mj-lt"/>
              <a:buNone/>
              <a:defRPr sz="2400" b="1">
                <a:latin typeface="+mn-ea"/>
                <a:ea typeface="+mn-ea"/>
              </a:defRPr>
            </a:lvl1pPr>
            <a:lvl2pPr marL="457200" indent="0">
              <a:lnSpc>
                <a:spcPct val="120000"/>
              </a:lnSpc>
              <a:spcBef>
                <a:spcPts val="600"/>
              </a:spcBef>
              <a:spcAft>
                <a:spcPts val="600"/>
              </a:spcAft>
              <a:buFont typeface="+mj-lt"/>
              <a:buNone/>
              <a:defRPr sz="2000" b="1">
                <a:latin typeface="+mn-ea"/>
                <a:ea typeface="+mn-ea"/>
              </a:defRPr>
            </a:lvl2pPr>
            <a:lvl3pPr marL="914400" indent="0">
              <a:lnSpc>
                <a:spcPct val="120000"/>
              </a:lnSpc>
              <a:buFont typeface="+mj-lt"/>
              <a:buNone/>
              <a:defRPr b="1">
                <a:latin typeface="+mn-ea"/>
                <a:ea typeface="+mn-ea"/>
              </a:defRPr>
            </a:lvl3pPr>
            <a:lvl4pPr marL="1371600" indent="0">
              <a:lnSpc>
                <a:spcPct val="120000"/>
              </a:lnSpc>
              <a:buFont typeface="+mj-lt"/>
              <a:buNone/>
              <a:defRPr b="1">
                <a:latin typeface="+mn-ea"/>
                <a:ea typeface="+mn-ea"/>
              </a:defRPr>
            </a:lvl4pPr>
            <a:lvl5pPr marL="1828800" indent="0">
              <a:lnSpc>
                <a:spcPct val="120000"/>
              </a:lnSpc>
              <a:buFont typeface="+mj-lt"/>
              <a:buNone/>
              <a:defRPr kumimoji="1" lang="en-US" altLang="ja-JP" b="1" smtClean="0">
                <a:latin typeface="+mn-ea"/>
              </a:defRPr>
            </a:lvl5pPr>
            <a:lvl6pPr marL="2286000" indent="0">
              <a:buNone/>
              <a:defRPr b="1"/>
            </a:lvl6pPr>
            <a:lvl7pPr marL="2743200" indent="0">
              <a:buNone/>
              <a:defRPr b="1"/>
            </a:lvl7pPr>
            <a:lvl8pPr marL="3200400" indent="0">
              <a:buNone/>
              <a:defRPr b="1"/>
            </a:lvl8pPr>
            <a:lvl9pPr marL="3657600" indent="0">
              <a:buNone/>
              <a:defRPr b="1"/>
            </a:lvl9pPr>
          </a:lstStyle>
          <a:p>
            <a:pPr lvl="0"/>
            <a:r>
              <a:rPr kumimoji="1" lang="ja-JP" altLang="en-US" dirty="0"/>
              <a:t>見出し　游ゴシック</a:t>
            </a:r>
            <a:r>
              <a:rPr kumimoji="1" lang="en-US" altLang="ja-JP" dirty="0"/>
              <a:t>/Bold</a:t>
            </a:r>
          </a:p>
          <a:p>
            <a:pPr lvl="1"/>
            <a:r>
              <a:rPr kumimoji="1" lang="ja-JP" altLang="en-US" dirty="0"/>
              <a:t>小見出し</a:t>
            </a:r>
            <a:endParaRPr kumimoji="1" lang="en-US" altLang="ja-JP" dirty="0"/>
          </a:p>
          <a:p>
            <a:pPr lvl="2"/>
            <a:r>
              <a:rPr kumimoji="1" lang="ja-JP" altLang="en-US" dirty="0"/>
              <a:t>小見出し</a:t>
            </a:r>
            <a:endParaRPr kumimoji="1" lang="en-US" altLang="ja-JP" dirty="0"/>
          </a:p>
          <a:p>
            <a:pPr lvl="3"/>
            <a:r>
              <a:rPr kumimoji="1" lang="ja-JP" altLang="en-US" dirty="0">
                <a:latin typeface="+mn-ea"/>
                <a:ea typeface="+mn-ea"/>
              </a:rPr>
              <a:t>小見出し</a:t>
            </a:r>
            <a:endParaRPr kumimoji="1" lang="en-US" altLang="ja-JP" dirty="0">
              <a:latin typeface="+mn-ea"/>
              <a:ea typeface="+mn-ea"/>
            </a:endParaRPr>
          </a:p>
          <a:p>
            <a:pPr lvl="4"/>
            <a:r>
              <a:rPr kumimoji="1" lang="ja-JP" altLang="en-US" dirty="0">
                <a:latin typeface="+mn-ea"/>
                <a:ea typeface="+mn-ea"/>
              </a:rPr>
              <a:t>小見出し</a:t>
            </a:r>
            <a:endParaRPr kumimoji="1" lang="en-US" altLang="ja-JP" dirty="0">
              <a:latin typeface="+mn-ea"/>
              <a:ea typeface="+mn-ea"/>
            </a:endParaRPr>
          </a:p>
          <a:p>
            <a:pPr lvl="5"/>
            <a:r>
              <a:rPr kumimoji="1" lang="ja-JP" altLang="en-US" dirty="0">
                <a:latin typeface="+mn-ea"/>
                <a:ea typeface="+mn-ea"/>
              </a:rPr>
              <a:t>小見出し</a:t>
            </a:r>
            <a:endParaRPr kumimoji="1" lang="en-US" altLang="ja-JP" dirty="0">
              <a:latin typeface="+mn-ea"/>
              <a:ea typeface="+mn-ea"/>
            </a:endParaRPr>
          </a:p>
          <a:p>
            <a:pPr lvl="6"/>
            <a:r>
              <a:rPr kumimoji="1" lang="ja-JP" altLang="en-US" dirty="0">
                <a:latin typeface="+mn-ea"/>
                <a:ea typeface="+mn-ea"/>
              </a:rPr>
              <a:t>小見出し</a:t>
            </a:r>
            <a:endParaRPr kumimoji="1" lang="en-US" altLang="ja-JP" dirty="0">
              <a:latin typeface="+mn-ea"/>
              <a:ea typeface="+mn-ea"/>
            </a:endParaRPr>
          </a:p>
          <a:p>
            <a:pPr lvl="7"/>
            <a:r>
              <a:rPr kumimoji="1" lang="ja-JP" altLang="en-US" dirty="0">
                <a:latin typeface="+mn-ea"/>
                <a:ea typeface="+mn-ea"/>
              </a:rPr>
              <a:t>小見出し</a:t>
            </a:r>
            <a:endParaRPr kumimoji="1" lang="en-US" altLang="ja-JP" dirty="0">
              <a:latin typeface="+mn-ea"/>
              <a:ea typeface="+mn-ea"/>
            </a:endParaRPr>
          </a:p>
          <a:p>
            <a:pPr lvl="8"/>
            <a:r>
              <a:rPr kumimoji="1" lang="ja-JP" altLang="en-US" dirty="0">
                <a:latin typeface="+mn-ea"/>
                <a:ea typeface="+mn-ea"/>
              </a:rPr>
              <a:t>小見出し</a:t>
            </a:r>
            <a:endParaRPr kumimoji="1" lang="en-US" altLang="ja-JP" dirty="0">
              <a:latin typeface="+mn-ea"/>
              <a:ea typeface="+mn-ea"/>
            </a:endParaRPr>
          </a:p>
        </p:txBody>
      </p:sp>
    </p:spTree>
    <p:extLst>
      <p:ext uri="{BB962C8B-B14F-4D97-AF65-F5344CB8AC3E}">
        <p14:creationId xmlns:p14="http://schemas.microsoft.com/office/powerpoint/2010/main" val="157267473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コンテンツ2-4">
    <p:spTree>
      <p:nvGrpSpPr>
        <p:cNvPr id="1" name=""/>
        <p:cNvGrpSpPr/>
        <p:nvPr/>
      </p:nvGrpSpPr>
      <p:grpSpPr>
        <a:xfrm>
          <a:off x="0" y="0"/>
          <a:ext cx="0" cy="0"/>
          <a:chOff x="0" y="0"/>
          <a:chExt cx="0" cy="0"/>
        </a:xfrm>
      </p:grpSpPr>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3" y="305018"/>
            <a:ext cx="10075611"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dirty="0"/>
              <a:t>/Bold</a:t>
            </a:r>
            <a:endParaRPr kumimoji="1" lang="ja-JP" altLang="en-US"/>
          </a:p>
        </p:txBody>
      </p:sp>
      <p:pic>
        <p:nvPicPr>
          <p:cNvPr id="10" name="図 9">
            <a:extLst>
              <a:ext uri="{FF2B5EF4-FFF2-40B4-BE49-F238E27FC236}">
                <a16:creationId xmlns:a16="http://schemas.microsoft.com/office/drawing/2014/main" id="{C60F71B0-097D-0526-6259-1570A078902D}"/>
              </a:ext>
            </a:extLst>
          </p:cNvPr>
          <p:cNvPicPr>
            <a:picLocks noChangeAspect="1"/>
          </p:cNvPicPr>
          <p:nvPr userDrawn="1"/>
        </p:nvPicPr>
        <p:blipFill>
          <a:blip r:embed="rId2"/>
          <a:stretch>
            <a:fillRect/>
          </a:stretch>
        </p:blipFill>
        <p:spPr>
          <a:xfrm>
            <a:off x="10668398" y="250516"/>
            <a:ext cx="1188639" cy="564020"/>
          </a:xfrm>
          <a:prstGeom prst="rect">
            <a:avLst/>
          </a:prstGeom>
        </p:spPr>
      </p:pic>
      <p:sp>
        <p:nvSpPr>
          <p:cNvPr id="7" name="スライド番号プレースホルダー 6">
            <a:extLst>
              <a:ext uri="{FF2B5EF4-FFF2-40B4-BE49-F238E27FC236}">
                <a16:creationId xmlns:a16="http://schemas.microsoft.com/office/drawing/2014/main" id="{064B3119-48C0-8E01-AE32-E71441756020}"/>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3" name="正方形/長方形 2">
            <a:extLst>
              <a:ext uri="{FF2B5EF4-FFF2-40B4-BE49-F238E27FC236}">
                <a16:creationId xmlns:a16="http://schemas.microsoft.com/office/drawing/2014/main" id="{8B3519EF-C712-DB1D-51D4-66F9520AEF08}"/>
              </a:ext>
            </a:extLst>
          </p:cNvPr>
          <p:cNvSpPr/>
          <p:nvPr userDrawn="1"/>
        </p:nvSpPr>
        <p:spPr>
          <a:xfrm>
            <a:off x="1" y="-2421"/>
            <a:ext cx="12192000" cy="877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4" name="コンテンツ プレースホルダー 8">
            <a:extLst>
              <a:ext uri="{FF2B5EF4-FFF2-40B4-BE49-F238E27FC236}">
                <a16:creationId xmlns:a16="http://schemas.microsoft.com/office/drawing/2014/main" id="{EC4BD3DB-5E86-5B16-8A96-C416ADC23793}"/>
              </a:ext>
            </a:extLst>
          </p:cNvPr>
          <p:cNvSpPr>
            <a:spLocks noGrp="1"/>
          </p:cNvSpPr>
          <p:nvPr>
            <p:ph sz="quarter" idx="10" hasCustomPrompt="1"/>
          </p:nvPr>
        </p:nvSpPr>
        <p:spPr>
          <a:xfrm>
            <a:off x="188844" y="947058"/>
            <a:ext cx="11668194" cy="5474824"/>
          </a:xfrm>
          <a:prstGeom prst="rect">
            <a:avLst/>
          </a:prstGeom>
        </p:spPr>
        <p:txBody>
          <a:bodyPr/>
          <a:lstStyle>
            <a:lvl1pPr marL="285750" indent="-285750">
              <a:lnSpc>
                <a:spcPct val="120000"/>
              </a:lnSpc>
              <a:spcBef>
                <a:spcPts val="0"/>
              </a:spcBef>
              <a:spcAft>
                <a:spcPts val="0"/>
              </a:spcAft>
              <a:buFont typeface="Arial" panose="020B0604020202020204" pitchFamily="34" charset="0"/>
              <a:buChar char="•"/>
              <a:defRPr sz="1800" b="0" i="0">
                <a:latin typeface="Yu Gothic Medium" panose="020B0400000000000000" pitchFamily="34" charset="-128"/>
                <a:ea typeface="Yu Gothic Medium" panose="020B0400000000000000" pitchFamily="34" charset="-128"/>
              </a:defRPr>
            </a:lvl1pPr>
            <a:lvl2pPr marL="742950" indent="-285750">
              <a:lnSpc>
                <a:spcPct val="120000"/>
              </a:lnSpc>
              <a:spcBef>
                <a:spcPts val="600"/>
              </a:spcBef>
              <a:spcAft>
                <a:spcPts val="600"/>
              </a:spcAft>
              <a:buFont typeface="Arial" panose="020B0604020202020204" pitchFamily="34" charset="0"/>
              <a:buChar char="•"/>
              <a:defRPr sz="1800" b="0">
                <a:latin typeface="游ゴシック Medium" panose="020B0500000000000000" pitchFamily="50" charset="-128"/>
                <a:ea typeface="游ゴシック Medium" panose="020B0500000000000000" pitchFamily="50" charset="-128"/>
              </a:defRPr>
            </a:lvl2pPr>
            <a:lvl3pPr marL="1200150" indent="-285750">
              <a:lnSpc>
                <a:spcPct val="120000"/>
              </a:lnSpc>
              <a:buFont typeface="Arial" panose="020B0604020202020204" pitchFamily="34" charset="0"/>
              <a:buChar char="•"/>
              <a:defRPr sz="1800">
                <a:latin typeface="游ゴシック Medium" panose="020B0500000000000000" pitchFamily="50" charset="-128"/>
                <a:ea typeface="游ゴシック Medium" panose="020B0500000000000000" pitchFamily="50" charset="-128"/>
              </a:defRPr>
            </a:lvl3pPr>
            <a:lvl4pPr marL="17145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4pPr>
            <a:lvl5pPr marL="21717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5pPr>
            <a:lvl6pPr>
              <a:defRPr>
                <a:latin typeface="游ゴシック Medium" panose="020B0500000000000000" pitchFamily="50" charset="-128"/>
                <a:ea typeface="游ゴシック Medium" panose="020B0500000000000000" pitchFamily="50" charset="-128"/>
              </a:defRPr>
            </a:lvl6pPr>
            <a:lvl7pPr>
              <a:defRPr>
                <a:latin typeface="游ゴシック Medium" panose="020B0500000000000000" pitchFamily="50" charset="-128"/>
                <a:ea typeface="游ゴシック Medium" panose="020B0500000000000000" pitchFamily="50" charset="-128"/>
              </a:defRPr>
            </a:lvl7pPr>
            <a:lvl8pPr>
              <a:defRPr>
                <a:latin typeface="游ゴシック Medium" panose="020B0500000000000000" pitchFamily="50" charset="-128"/>
                <a:ea typeface="游ゴシック Medium" panose="020B0500000000000000" pitchFamily="50" charset="-128"/>
              </a:defRPr>
            </a:lvl8pPr>
            <a:lvl9pPr>
              <a:defRPr>
                <a:latin typeface="游ゴシック Medium" panose="020B0500000000000000" pitchFamily="50" charset="-128"/>
                <a:ea typeface="游ゴシック Medium" panose="020B0500000000000000" pitchFamily="50" charset="-128"/>
              </a:defRPr>
            </a:lvl9pPr>
          </a:lstStyle>
          <a:p>
            <a:pPr lvl="0"/>
            <a:r>
              <a:rPr kumimoji="1" lang="ja-JP" altLang="en-US" dirty="0"/>
              <a:t>本文　游ゴシック</a:t>
            </a:r>
            <a:r>
              <a:rPr kumimoji="1" lang="en-US" altLang="ja-JP" dirty="0"/>
              <a:t>/Medium</a:t>
            </a:r>
          </a:p>
          <a:p>
            <a:pPr lvl="1"/>
            <a:r>
              <a:rPr kumimoji="1" lang="ja-JP" altLang="en-US" dirty="0"/>
              <a:t>第</a:t>
            </a:r>
            <a:r>
              <a:rPr kumimoji="1" lang="en-US" altLang="ja-JP" dirty="0"/>
              <a:t>2</a:t>
            </a:r>
            <a:r>
              <a:rPr kumimoji="1" lang="ja-JP" altLang="en-US" dirty="0"/>
              <a:t>階層</a:t>
            </a:r>
            <a:endParaRPr kumimoji="1" lang="en-US" altLang="ja-JP" dirty="0"/>
          </a:p>
          <a:p>
            <a:pPr lvl="2"/>
            <a:r>
              <a:rPr kumimoji="1" lang="ja-JP" altLang="en-US" dirty="0"/>
              <a:t>第</a:t>
            </a:r>
            <a:r>
              <a:rPr kumimoji="1" lang="en-US" altLang="ja-JP" dirty="0"/>
              <a:t>3</a:t>
            </a:r>
            <a:r>
              <a:rPr kumimoji="1" lang="ja-JP" altLang="en-US" dirty="0"/>
              <a:t>階層</a:t>
            </a:r>
            <a:endParaRPr kumimoji="1" lang="en-US" altLang="ja-JP" dirty="0"/>
          </a:p>
          <a:p>
            <a:pPr lvl="3"/>
            <a:r>
              <a:rPr kumimoji="1" lang="ja-JP" altLang="en-US" dirty="0"/>
              <a:t>第</a:t>
            </a:r>
            <a:r>
              <a:rPr kumimoji="1" lang="en-US" altLang="ja-JP" dirty="0"/>
              <a:t>4</a:t>
            </a:r>
            <a:r>
              <a:rPr kumimoji="1" lang="ja-JP" altLang="en-US" dirty="0"/>
              <a:t>階層</a:t>
            </a:r>
            <a:endParaRPr kumimoji="1" lang="en-US" altLang="ja-JP" dirty="0"/>
          </a:p>
          <a:p>
            <a:pPr lvl="4"/>
            <a:r>
              <a:rPr kumimoji="1" lang="ja-JP" altLang="en-US" dirty="0"/>
              <a:t>第</a:t>
            </a:r>
            <a:r>
              <a:rPr kumimoji="1" lang="en-US" altLang="ja-JP" dirty="0"/>
              <a:t>5</a:t>
            </a:r>
            <a:r>
              <a:rPr kumimoji="1" lang="ja-JP" altLang="en-US" dirty="0"/>
              <a:t>階層</a:t>
            </a:r>
            <a:endParaRPr kumimoji="1" lang="en-US" altLang="ja-JP" dirty="0"/>
          </a:p>
          <a:p>
            <a:pPr lvl="5"/>
            <a:r>
              <a:rPr kumimoji="1" lang="ja-JP" altLang="en-US" dirty="0"/>
              <a:t>第</a:t>
            </a:r>
            <a:r>
              <a:rPr kumimoji="1" lang="en-US" altLang="ja-JP" dirty="0"/>
              <a:t>6</a:t>
            </a:r>
            <a:r>
              <a:rPr kumimoji="1" lang="ja-JP" altLang="en-US" dirty="0"/>
              <a:t>階層</a:t>
            </a:r>
            <a:endParaRPr kumimoji="1" lang="en-US" altLang="ja-JP" dirty="0"/>
          </a:p>
          <a:p>
            <a:pPr lvl="6"/>
            <a:r>
              <a:rPr kumimoji="1" lang="ja-JP" altLang="en-US" dirty="0"/>
              <a:t>第</a:t>
            </a:r>
            <a:r>
              <a:rPr kumimoji="1" lang="en-US" altLang="ja-JP" dirty="0"/>
              <a:t>7</a:t>
            </a:r>
            <a:r>
              <a:rPr kumimoji="1" lang="ja-JP" altLang="en-US" dirty="0"/>
              <a:t>階層</a:t>
            </a:r>
            <a:endParaRPr kumimoji="1" lang="en-US" altLang="ja-JP" dirty="0"/>
          </a:p>
          <a:p>
            <a:pPr lvl="7"/>
            <a:r>
              <a:rPr kumimoji="1" lang="ja-JP" altLang="en-US" dirty="0"/>
              <a:t>第</a:t>
            </a:r>
            <a:r>
              <a:rPr kumimoji="1" lang="en-US" altLang="ja-JP" dirty="0"/>
              <a:t>8</a:t>
            </a:r>
            <a:r>
              <a:rPr kumimoji="1" lang="ja-JP" altLang="en-US" dirty="0"/>
              <a:t>階層</a:t>
            </a:r>
            <a:endParaRPr kumimoji="1" lang="en-US" altLang="ja-JP" dirty="0"/>
          </a:p>
          <a:p>
            <a:pPr lvl="8"/>
            <a:r>
              <a:rPr kumimoji="1" lang="ja-JP" altLang="en-US" dirty="0"/>
              <a:t>第</a:t>
            </a:r>
            <a:r>
              <a:rPr kumimoji="1" lang="en-US" altLang="ja-JP" dirty="0"/>
              <a:t>9</a:t>
            </a:r>
            <a:r>
              <a:rPr kumimoji="1" lang="ja-JP" altLang="en-US" dirty="0"/>
              <a:t>階層</a:t>
            </a:r>
            <a:endParaRPr kumimoji="1" lang="en-US" altLang="ja-JP" dirty="0"/>
          </a:p>
          <a:p>
            <a:pPr lvl="0"/>
            <a:endParaRPr kumimoji="1" lang="en-US" altLang="ja-JP" dirty="0"/>
          </a:p>
          <a:p>
            <a:pPr lvl="1"/>
            <a:endParaRPr kumimoji="1" lang="en-US" altLang="ja-JP" dirty="0">
              <a:latin typeface="+mn-ea"/>
              <a:ea typeface="+mn-ea"/>
            </a:endParaRPr>
          </a:p>
        </p:txBody>
      </p:sp>
    </p:spTree>
    <p:extLst>
      <p:ext uri="{BB962C8B-B14F-4D97-AF65-F5344CB8AC3E}">
        <p14:creationId xmlns:p14="http://schemas.microsoft.com/office/powerpoint/2010/main" val="37569685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E9BB4154-9B11-5B4F-FAB1-50F01BF43C40}"/>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65646496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スライド番号プレースホルダー 5">
            <a:extLst>
              <a:ext uri="{FF2B5EF4-FFF2-40B4-BE49-F238E27FC236}">
                <a16:creationId xmlns:a16="http://schemas.microsoft.com/office/drawing/2014/main" id="{4A882F94-5EAE-CF39-B474-E260417963B1}"/>
              </a:ext>
            </a:extLst>
          </p:cNvPr>
          <p:cNvSpPr>
            <a:spLocks noGrp="1"/>
          </p:cNvSpPr>
          <p:nvPr>
            <p:ph type="sldNum" sz="quarter" idx="4"/>
          </p:nvPr>
        </p:nvSpPr>
        <p:spPr>
          <a:xfrm>
            <a:off x="11476382" y="6599583"/>
            <a:ext cx="646044" cy="245165"/>
          </a:xfrm>
          <a:prstGeom prst="rect">
            <a:avLst/>
          </a:prstGeom>
        </p:spPr>
        <p:txBody>
          <a:bodyPr vert="horz" lIns="91440" tIns="45720" rIns="91440" bIns="45720" rtlCol="0" anchor="ctr"/>
          <a:lstStyle>
            <a:lvl1pPr algn="r">
              <a:defRPr sz="1800" b="0">
                <a:solidFill>
                  <a:schemeClr val="tx2"/>
                </a:solidFill>
              </a:defRPr>
            </a:lvl1p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3120389575"/>
      </p:ext>
    </p:extLst>
  </p:cSld>
  <p:clrMap bg1="lt1" tx1="dk1" bg2="lt2" tx2="dk2" accent1="accent1" accent2="accent2" accent3="accent3" accent4="accent4" accent5="accent5" accent6="accent6" hlink="hlink" folHlink="folHlink"/>
  <p:sldLayoutIdLst>
    <p:sldLayoutId id="2147483700" r:id="rId1"/>
    <p:sldLayoutId id="2147483701" r:id="rId2"/>
    <p:sldLayoutId id="2147483736" r:id="rId3"/>
    <p:sldLayoutId id="2147483724" r:id="rId4"/>
    <p:sldLayoutId id="2147483726" r:id="rId5"/>
    <p:sldLayoutId id="2147483739" r:id="rId6"/>
    <p:sldLayoutId id="2147483748" r:id="rId7"/>
    <p:sldLayoutId id="2147483757" r:id="rId8"/>
    <p:sldLayoutId id="2147483752" r:id="rId9"/>
    <p:sldLayoutId id="2147483729" r:id="rId10"/>
    <p:sldLayoutId id="2147483731" r:id="rId11"/>
    <p:sldLayoutId id="2147483743" r:id="rId12"/>
    <p:sldLayoutId id="2147483764" r:id="rId13"/>
    <p:sldLayoutId id="2147483720" r:id="rId14"/>
    <p:sldLayoutId id="2147483766" r:id="rId15"/>
    <p:sldLayoutId id="2147483765" r:id="rId16"/>
    <p:sldLayoutId id="2147483767" r:id="rId17"/>
    <p:sldLayoutId id="2147483768" r:id="rId18"/>
    <p:sldLayoutId id="2147483769" r:id="rId19"/>
    <p:sldLayoutId id="2147483770" r:id="rId20"/>
    <p:sldLayoutId id="2147483771" r:id="rId21"/>
    <p:sldLayoutId id="2147483695" r:id="rId22"/>
  </p:sldLayoutIdLst>
  <p:hf hd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pos="3840">
          <p15:clr>
            <a:srgbClr val="F26B43"/>
          </p15:clr>
        </p15:guide>
        <p15:guide id="2" orient="horz" pos="2160">
          <p15:clr>
            <a:srgbClr val="F26B43"/>
          </p15:clr>
        </p15:guide>
        <p15:guide id="3" pos="665">
          <p15:clr>
            <a:srgbClr val="F26B43"/>
          </p15:clr>
        </p15:guide>
        <p15:guide id="4" pos="7015">
          <p15:clr>
            <a:srgbClr val="F26B43"/>
          </p15:clr>
        </p15:guide>
        <p15:guide id="6" orient="horz" pos="3680">
          <p15:clr>
            <a:srgbClr val="F26B43"/>
          </p15:clr>
        </p15:guide>
        <p15:guide id="7" pos="7469">
          <p15:clr>
            <a:srgbClr val="F26B43"/>
          </p15:clr>
        </p15:guide>
        <p15:guide id="8" pos="181">
          <p15:clr>
            <a:srgbClr val="F26B43"/>
          </p15:clr>
        </p15:guide>
        <p15:guide id="9" orient="horz" pos="195">
          <p15:clr>
            <a:srgbClr val="F26B43"/>
          </p15:clr>
        </p15:guide>
        <p15:guide id="10" orient="horz" pos="4125">
          <p15:clr>
            <a:srgbClr val="F26B43"/>
          </p15:clr>
        </p15:guide>
        <p15:guide id="11" pos="363">
          <p15:clr>
            <a:srgbClr val="F26B43"/>
          </p15:clr>
        </p15:guide>
        <p15:guide id="12" pos="7317">
          <p15:clr>
            <a:srgbClr val="F26B43"/>
          </p15:clr>
        </p15:guide>
        <p15:guide id="13" orient="horz" pos="640">
          <p15:clr>
            <a:srgbClr val="F26B43"/>
          </p15:clr>
        </p15:guide>
        <p15:guide id="14" orient="horz" pos="754">
          <p15:clr>
            <a:srgbClr val="F26B43"/>
          </p15:clr>
        </p15:guide>
        <p15:guide id="15" orient="horz" pos="2659">
          <p15:clr>
            <a:srgbClr val="F26B43"/>
          </p15:clr>
        </p15:guide>
        <p15:guide id="16" orient="horz" pos="3566">
          <p15:clr>
            <a:srgbClr val="F26B43"/>
          </p15:clr>
        </p15:guide>
        <p15:guide id="17" orient="horz" pos="1661">
          <p15:clr>
            <a:srgbClr val="F26B43"/>
          </p15:clr>
        </p15:guide>
        <p15:guide id="18" pos="3341">
          <p15:clr>
            <a:srgbClr val="F26B43"/>
          </p15:clr>
        </p15:guide>
        <p15:guide id="19" pos="433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8.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0.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3.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3200" b="0">
                <a:latin typeface="Yu Gothic"/>
                <a:ea typeface="Yu Gothic"/>
                <a:cs typeface="Yu Gothic"/>
              </a:rPr>
              <a:t>120 GPa の ODMR は 473 nm で測るべきである</a:t>
            </a:r>
          </a:p>
        </p:txBody>
      </p:sp>
      <p:sp>
        <p:nvSpPr>
          <p:cNvPr id="3" name="Content Placeholder 2"/>
          <p:cNvSpPr>
            <a:spLocks noGrp="1"/>
          </p:cNvSpPr>
          <p:nvPr>
            <p:ph idx="10" sz="quarter"/>
          </p:nvPr>
        </p:nvSpPr>
        <p:spPr/>
        <p:txBody>
          <a:bodyPr wrap="square"/>
          <a:lstStyle/>
          <a:p>
            <a:r>
              <a:rPr sz="1800" b="0">
                <a:latin typeface="Yu Gothic"/>
                <a:ea typeface="Yu Gothic"/>
                <a:cs typeface="Yu Gothic"/>
              </a:rPr>
              <a:t>緑 532 nm 比で感度 ×2.5、磁気マップ取得時間 ×6</a:t>
            </a:r>
          </a:p>
        </p:txBody>
      </p:sp>
      <p:sp>
        <p:nvSpPr>
          <p:cNvPr id="4" name="Content Placeholder 3"/>
          <p:cNvSpPr>
            <a:spLocks noGrp="1"/>
          </p:cNvSpPr>
          <p:nvPr>
            <p:ph idx="11" sz="quarter"/>
          </p:nvPr>
        </p:nvSpPr>
        <p:spPr/>
        <p:txBody>
          <a:bodyPr wrap="square"/>
          <a:lstStyle/>
          <a:p>
            <a:r>
              <a:rPr sz="1800">
                <a:latin typeface="Yu Gothic"/>
                <a:ea typeface="Yu Gothic"/>
                <a:cs typeface="Yu Gothic"/>
              </a:rPr>
              <a:t>R. Abe   Institute of Science Tokyo</a:t>
            </a:r>
          </a:p>
        </p:txBody>
      </p:sp>
      <p:sp>
        <p:nvSpPr>
          <p:cNvPr id="5" name="Content Placeholder 4"/>
          <p:cNvSpPr>
            <a:spLocks noGrp="1"/>
          </p:cNvSpPr>
          <p:nvPr>
            <p:ph idx="12" sz="quarter"/>
          </p:nvPr>
        </p:nvSpPr>
        <p:spPr/>
        <p:txBody>
          <a:bodyPr wrap="square"/>
          <a:lstStyle/>
          <a:p>
            <a:r>
              <a:rPr sz="1800">
                <a:solidFill>
                  <a:srgbClr val="1C3177"/>
                </a:solidFill>
                <a:latin typeface="Yu Gothic"/>
                <a:ea typeface="Yu Gothic"/>
                <a:cs typeface="Yu Gothic"/>
              </a:rPr>
              <a:t>2026-08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1">
                <a:solidFill>
                  <a:srgbClr val="1C3177"/>
                </a:solidFill>
                <a:latin typeface="Yu Gothic"/>
                <a:ea typeface="Yu Gothic"/>
                <a:cs typeface="Yu Gothic"/>
              </a:rPr>
              <a:t>試料は 2 枚のダイヤモンドの先端にある</a:t>
            </a:r>
          </a:p>
        </p:txBody>
      </p:sp>
      <p:pic>
        <p:nvPicPr>
          <p:cNvPr id="3" name="Picture 2" descr="lit_dac_schematic.png"/>
          <p:cNvPicPr>
            <a:picLocks noChangeAspect="1"/>
          </p:cNvPicPr>
          <p:nvPr/>
        </p:nvPicPr>
        <p:blipFill>
          <a:blip r:embed="rId2"/>
          <a:stretch>
            <a:fillRect/>
          </a:stretch>
        </p:blipFill>
        <p:spPr>
          <a:xfrm>
            <a:off x="822960" y="1188720"/>
            <a:ext cx="2331720" cy="4309019"/>
          </a:xfrm>
          <a:prstGeom prst="rect">
            <a:avLst/>
          </a:prstGeom>
        </p:spPr>
      </p:pic>
      <p:sp>
        <p:nvSpPr>
          <p:cNvPr id="4" name="TextBox 3"/>
          <p:cNvSpPr txBox="1"/>
          <p:nvPr/>
        </p:nvSpPr>
        <p:spPr>
          <a:xfrm>
            <a:off x="502920" y="5532120"/>
            <a:ext cx="3200400" cy="566928"/>
          </a:xfrm>
          <a:prstGeom prst="rect">
            <a:avLst/>
          </a:prstGeom>
          <a:noFill/>
        </p:spPr>
        <p:txBody>
          <a:bodyPr wrap="square" lIns="0" rIns="0" tIns="0" bIns="0">
            <a:spAutoFit/>
          </a:bodyPr>
          <a:lstStyle/>
          <a:p>
            <a:pPr>
              <a:lnSpc>
                <a:spcPct val="125000"/>
              </a:lnSpc>
              <a:spcAft>
                <a:spcPts val="1000"/>
              </a:spcAft>
            </a:pPr>
            <a:r>
              <a:rPr sz="1800" b="0">
                <a:solidFill>
                  <a:srgbClr val="1C3177"/>
                </a:solidFill>
                <a:latin typeface="Yu Gothic"/>
                <a:ea typeface="Yu Gothic"/>
                <a:cs typeface="Yu Gothic"/>
              </a:rPr>
              <a:t>キュレット径 ~100 µm、試料は pL。</a:t>
            </a:r>
          </a:p>
        </p:txBody>
      </p:sp>
      <p:graphicFrame>
        <p:nvGraphicFramePr>
          <p:cNvPr id="5" name="Table 4"/>
          <p:cNvGraphicFramePr>
            <a:graphicFrameLocks noGrp="1"/>
          </p:cNvGraphicFramePr>
          <p:nvPr/>
        </p:nvGraphicFramePr>
        <p:xfrm>
          <a:off x="4069080" y="1188720"/>
          <a:ext cx="4206240" cy="2103120"/>
        </p:xfrm>
        <a:graphic>
          <a:graphicData uri="http://schemas.openxmlformats.org/drawingml/2006/table">
            <a:tbl>
              <a:tblPr firstRow="1">
                <a:tableStyleId>{5C22544A-7EE6-4342-B048-85BDC9FD1C3A}</a:tableStyleId>
              </a:tblPr>
              <a:tblGrid>
                <a:gridCol w="1460500"/>
                <a:gridCol w="1308100"/>
                <a:gridCol w="1435100"/>
              </a:tblGrid>
              <a:tr h="420624">
                <a:tc>
                  <a:txBody>
                    <a:bodyPr wrap="square"/>
                    <a:lstStyle/>
                    <a:p>
                      <a:r>
                        <a:rPr sz="1800" b="1">
                          <a:solidFill>
                            <a:srgbClr val="FFFFFF"/>
                          </a:solidFill>
                          <a:latin typeface="Yu Gothic"/>
                          <a:ea typeface="Yu Gothic"/>
                          <a:cs typeface="Yu Gothic"/>
                        </a:rPr>
                        <a:t>超水素化物</a:t>
                      </a:r>
                    </a:p>
                  </a:txBody>
                  <a:tcPr anchor="ctr" marL="73152" marR="73152" marT="36576" marB="36576">
                    <a:solidFill>
                      <a:srgbClr val="1C3177"/>
                    </a:solidFill>
                  </a:tcPr>
                </a:tc>
                <a:tc>
                  <a:txBody>
                    <a:bodyPr wrap="square"/>
                    <a:lstStyle/>
                    <a:p>
                      <a:r>
                        <a:rPr sz="1800" b="1">
                          <a:solidFill>
                            <a:srgbClr val="FFFFFF"/>
                          </a:solidFill>
                          <a:latin typeface="Yu Gothic"/>
                          <a:ea typeface="Yu Gothic"/>
                          <a:cs typeface="Yu Gothic"/>
                        </a:rPr>
                        <a:t>転移温度</a:t>
                      </a:r>
                    </a:p>
                  </a:txBody>
                  <a:tcPr anchor="ctr" marL="73152" marR="73152" marT="36576" marB="36576">
                    <a:solidFill>
                      <a:srgbClr val="1C3177"/>
                    </a:solidFill>
                  </a:tcPr>
                </a:tc>
                <a:tc>
                  <a:txBody>
                    <a:bodyPr wrap="square"/>
                    <a:lstStyle/>
                    <a:p>
                      <a:r>
                        <a:rPr sz="1800" b="1">
                          <a:solidFill>
                            <a:srgbClr val="FFFFFF"/>
                          </a:solidFill>
                          <a:latin typeface="Yu Gothic"/>
                          <a:ea typeface="Yu Gothic"/>
                          <a:cs typeface="Yu Gothic"/>
                        </a:rPr>
                        <a:t>合成圧力</a:t>
                      </a:r>
                    </a:p>
                  </a:txBody>
                  <a:tcPr anchor="ctr" marL="73152" marR="73152" marT="36576" marB="36576">
                    <a:solidFill>
                      <a:srgbClr val="1C3177"/>
                    </a:solidFill>
                  </a:tcPr>
                </a:tc>
              </a:tr>
              <a:tr h="420624">
                <a:tc>
                  <a:txBody>
                    <a:bodyPr wrap="square"/>
                    <a:lstStyle/>
                    <a:p>
                      <a:r>
                        <a:rPr sz="1800" b="0">
                          <a:solidFill>
                            <a:srgbClr val="1C3177"/>
                          </a:solidFill>
                          <a:latin typeface="Yu Gothic"/>
                          <a:ea typeface="Yu Gothic"/>
                          <a:cs typeface="Yu Gothic"/>
                        </a:rPr>
                        <a:t>H₃S</a:t>
                      </a:r>
                    </a:p>
                  </a:txBody>
                  <a:tcPr anchor="ctr" marL="73152" marR="73152" marT="36576" marB="36576">
                    <a:noFill/>
                  </a:tcPr>
                </a:tc>
                <a:tc>
                  <a:txBody>
                    <a:bodyPr wrap="square"/>
                    <a:lstStyle/>
                    <a:p>
                      <a:r>
                        <a:rPr sz="1800" b="0">
                          <a:solidFill>
                            <a:srgbClr val="1C3177"/>
                          </a:solidFill>
                          <a:latin typeface="Yu Gothic"/>
                          <a:ea typeface="Yu Gothic"/>
                          <a:cs typeface="Yu Gothic"/>
                        </a:rPr>
                        <a:t>203 K</a:t>
                      </a:r>
                    </a:p>
                  </a:txBody>
                  <a:tcPr anchor="ctr" marL="73152" marR="73152" marT="36576" marB="36576">
                    <a:noFill/>
                  </a:tcPr>
                </a:tc>
                <a:tc>
                  <a:txBody>
                    <a:bodyPr wrap="square"/>
                    <a:lstStyle/>
                    <a:p>
                      <a:r>
                        <a:rPr sz="1800" b="0">
                          <a:solidFill>
                            <a:srgbClr val="1C3177"/>
                          </a:solidFill>
                          <a:latin typeface="Yu Gothic"/>
                          <a:ea typeface="Yu Gothic"/>
                          <a:cs typeface="Yu Gothic"/>
                        </a:rPr>
                        <a:t>155 GPa</a:t>
                      </a:r>
                    </a:p>
                  </a:txBody>
                  <a:tcPr anchor="ctr" marL="73152" marR="73152" marT="36576" marB="36576">
                    <a:noFill/>
                  </a:tcPr>
                </a:tc>
              </a:tr>
              <a:tr h="420624">
                <a:tc>
                  <a:txBody>
                    <a:bodyPr wrap="square"/>
                    <a:lstStyle/>
                    <a:p>
                      <a:r>
                        <a:rPr sz="1800" b="0">
                          <a:solidFill>
                            <a:srgbClr val="1C3177"/>
                          </a:solidFill>
                          <a:latin typeface="Yu Gothic"/>
                          <a:ea typeface="Yu Gothic"/>
                          <a:cs typeface="Yu Gothic"/>
                        </a:rPr>
                        <a:t>LaH₁₀</a:t>
                      </a:r>
                    </a:p>
                  </a:txBody>
                  <a:tcPr anchor="ctr" marL="73152" marR="73152" marT="36576" marB="36576">
                    <a:noFill/>
                  </a:tcPr>
                </a:tc>
                <a:tc>
                  <a:txBody>
                    <a:bodyPr wrap="square"/>
                    <a:lstStyle/>
                    <a:p>
                      <a:r>
                        <a:rPr sz="1800" b="0">
                          <a:solidFill>
                            <a:srgbClr val="1C3177"/>
                          </a:solidFill>
                          <a:latin typeface="Yu Gothic"/>
                          <a:ea typeface="Yu Gothic"/>
                          <a:cs typeface="Yu Gothic"/>
                        </a:rPr>
                        <a:t>250–260 K</a:t>
                      </a:r>
                    </a:p>
                  </a:txBody>
                  <a:tcPr anchor="ctr" marL="73152" marR="73152" marT="36576" marB="36576">
                    <a:noFill/>
                  </a:tcPr>
                </a:tc>
                <a:tc>
                  <a:txBody>
                    <a:bodyPr wrap="square"/>
                    <a:lstStyle/>
                    <a:p>
                      <a:r>
                        <a:rPr sz="1800" b="0">
                          <a:solidFill>
                            <a:srgbClr val="1C3177"/>
                          </a:solidFill>
                          <a:latin typeface="Yu Gothic"/>
                          <a:ea typeface="Yu Gothic"/>
                          <a:cs typeface="Yu Gothic"/>
                        </a:rPr>
                        <a:t>170 GPa</a:t>
                      </a:r>
                    </a:p>
                  </a:txBody>
                  <a:tcPr anchor="ctr" marL="73152" marR="73152" marT="36576" marB="36576">
                    <a:noFill/>
                  </a:tcPr>
                </a:tc>
              </a:tr>
              <a:tr h="420624">
                <a:tc>
                  <a:txBody>
                    <a:bodyPr wrap="square"/>
                    <a:lstStyle/>
                    <a:p>
                      <a:r>
                        <a:rPr sz="1800" b="0">
                          <a:solidFill>
                            <a:srgbClr val="1C3177"/>
                          </a:solidFill>
                          <a:latin typeface="Yu Gothic"/>
                          <a:ea typeface="Yu Gothic"/>
                          <a:cs typeface="Yu Gothic"/>
                        </a:rPr>
                        <a:t>CeH₉</a:t>
                      </a:r>
                    </a:p>
                  </a:txBody>
                  <a:tcPr anchor="ctr" marL="73152" marR="73152" marT="36576" marB="36576">
                    <a:noFill/>
                  </a:tcPr>
                </a:tc>
                <a:tc>
                  <a:txBody>
                    <a:bodyPr wrap="square"/>
                    <a:lstStyle/>
                    <a:p>
                      <a:r>
                        <a:rPr sz="1800" b="0">
                          <a:solidFill>
                            <a:srgbClr val="1C3177"/>
                          </a:solidFill>
                          <a:latin typeface="Yu Gothic"/>
                          <a:ea typeface="Yu Gothic"/>
                          <a:cs typeface="Yu Gothic"/>
                        </a:rPr>
                        <a:t>≤ 115 K</a:t>
                      </a:r>
                    </a:p>
                  </a:txBody>
                  <a:tcPr anchor="ctr" marL="73152" marR="73152" marT="36576" marB="36576">
                    <a:noFill/>
                  </a:tcPr>
                </a:tc>
                <a:tc>
                  <a:txBody>
                    <a:bodyPr wrap="square"/>
                    <a:lstStyle/>
                    <a:p>
                      <a:r>
                        <a:rPr sz="1800" b="0">
                          <a:solidFill>
                            <a:srgbClr val="1C3177"/>
                          </a:solidFill>
                          <a:latin typeface="Yu Gothic"/>
                          <a:ea typeface="Yu Gothic"/>
                          <a:cs typeface="Yu Gothic"/>
                        </a:rPr>
                        <a:t>80–100 GPa</a:t>
                      </a:r>
                    </a:p>
                  </a:txBody>
                  <a:tcPr anchor="ctr" marL="73152" marR="73152" marT="36576" marB="36576">
                    <a:noFill/>
                  </a:tcPr>
                </a:tc>
              </a:tr>
              <a:tr h="420624">
                <a:tc>
                  <a:txBody>
                    <a:bodyPr wrap="square"/>
                    <a:lstStyle/>
                    <a:p>
                      <a:r>
                        <a:rPr sz="1800" b="1">
                          <a:solidFill>
                            <a:srgbClr val="1C3177"/>
                          </a:solidFill>
                          <a:latin typeface="Yu Gothic"/>
                          <a:ea typeface="Yu Gothic"/>
                          <a:cs typeface="Yu Gothic"/>
                        </a:rPr>
                        <a:t>(La,Ce)H₉</a:t>
                      </a:r>
                    </a:p>
                  </a:txBody>
                  <a:tcPr anchor="ctr" marL="73152" marR="73152" marT="36576" marB="36576">
                    <a:solidFill>
                      <a:srgbClr val="E8EAF1"/>
                    </a:solidFill>
                  </a:tcPr>
                </a:tc>
                <a:tc>
                  <a:txBody>
                    <a:bodyPr wrap="square"/>
                    <a:lstStyle/>
                    <a:p>
                      <a:r>
                        <a:rPr sz="1800" b="1">
                          <a:solidFill>
                            <a:srgbClr val="1C3177"/>
                          </a:solidFill>
                          <a:latin typeface="Yu Gothic"/>
                          <a:ea typeface="Yu Gothic"/>
                          <a:cs typeface="Yu Gothic"/>
                        </a:rPr>
                        <a:t>148–178 K</a:t>
                      </a:r>
                    </a:p>
                  </a:txBody>
                  <a:tcPr anchor="ctr" marL="73152" marR="73152" marT="36576" marB="36576">
                    <a:solidFill>
                      <a:srgbClr val="E8EAF1"/>
                    </a:solidFill>
                  </a:tcPr>
                </a:tc>
                <a:tc>
                  <a:txBody>
                    <a:bodyPr wrap="square"/>
                    <a:lstStyle/>
                    <a:p>
                      <a:r>
                        <a:rPr sz="1800" b="1">
                          <a:solidFill>
                            <a:srgbClr val="1C3177"/>
                          </a:solidFill>
                          <a:latin typeface="Yu Gothic"/>
                          <a:ea typeface="Yu Gothic"/>
                          <a:cs typeface="Yu Gothic"/>
                        </a:rPr>
                        <a:t>97–172 GPa</a:t>
                      </a:r>
                    </a:p>
                  </a:txBody>
                  <a:tcPr anchor="ctr" marL="73152" marR="73152" marT="36576" marB="36576">
                    <a:solidFill>
                      <a:srgbClr val="E8EAF1"/>
                    </a:solidFill>
                  </a:tcPr>
                </a:tc>
              </a:tr>
            </a:tbl>
          </a:graphicData>
        </a:graphic>
      </p:graphicFrame>
      <p:sp>
        <p:nvSpPr>
          <p:cNvPr id="6" name="TextBox 5"/>
          <p:cNvSpPr txBox="1"/>
          <p:nvPr/>
        </p:nvSpPr>
        <p:spPr>
          <a:xfrm>
            <a:off x="4069080" y="3611880"/>
            <a:ext cx="3977639" cy="1828800"/>
          </a:xfrm>
          <a:prstGeom prst="rect">
            <a:avLst/>
          </a:prstGeom>
          <a:noFill/>
        </p:spPr>
        <p:txBody>
          <a:bodyPr wrap="square" lIns="0" rIns="0" tIns="0" bIns="0">
            <a:spAutoFit/>
          </a:bodyPr>
          <a:lstStyle/>
          <a:p>
            <a:pPr>
              <a:lnSpc>
                <a:spcPct val="125000"/>
              </a:lnSpc>
              <a:spcAft>
                <a:spcPts val="1000"/>
              </a:spcAft>
            </a:pPr>
            <a:r>
              <a:rPr sz="1800" b="0">
                <a:solidFill>
                  <a:srgbClr val="1C3177"/>
                </a:solidFill>
                <a:latin typeface="Yu Gothic"/>
                <a:ea typeface="Yu Gothic"/>
                <a:cs typeface="Yu Gothic"/>
              </a:rPr>
              <a:t>最高の T</a:t>
            </a:r>
            <a:r>
              <a:rPr sz="1800" b="0" baseline="-25000">
                <a:solidFill>
                  <a:srgbClr val="1C3177"/>
                </a:solidFill>
                <a:latin typeface="Yu Gothic"/>
                <a:ea typeface="Yu Gothic"/>
                <a:cs typeface="Yu Gothic"/>
              </a:rPr>
              <a:t>c</a:t>
            </a:r>
            <a:r>
              <a:rPr sz="1800" b="1">
                <a:solidFill>
                  <a:srgbClr val="1C3177"/>
                </a:solidFill>
                <a:latin typeface="Yu Gothic"/>
                <a:ea typeface="Yu Gothic"/>
                <a:cs typeface="Yu Gothic"/>
              </a:rPr>
              <a:t> は最高の圧力にはない。</a:t>
            </a:r>
          </a:p>
          <a:p>
            <a:pPr>
              <a:lnSpc>
                <a:spcPct val="125000"/>
              </a:lnSpc>
              <a:spcAft>
                <a:spcPts val="1000"/>
              </a:spcAft>
            </a:pPr>
            <a:r>
              <a:rPr sz="1800" b="0">
                <a:solidFill>
                  <a:srgbClr val="1C3177"/>
                </a:solidFill>
                <a:latin typeface="Yu Gothic"/>
                <a:ea typeface="Yu Gothic"/>
                <a:cs typeface="Yu Gothic"/>
              </a:rPr>
              <a:t>実験の現実味がある超水素化物は 100 GPa 前後に集中する。よく特性の分かった DAC で届く圧力帯である。</a:t>
            </a:r>
          </a:p>
        </p:txBody>
      </p:sp>
      <p:sp>
        <p:nvSpPr>
          <p:cNvPr id="7" name="TextBox 6"/>
          <p:cNvSpPr txBox="1"/>
          <p:nvPr/>
        </p:nvSpPr>
        <p:spPr>
          <a:xfrm>
            <a:off x="8366760" y="1188720"/>
            <a:ext cx="3337560" cy="4572000"/>
          </a:xfrm>
          <a:prstGeom prst="rect">
            <a:avLst/>
          </a:prstGeom>
          <a:noFill/>
        </p:spPr>
        <p:txBody>
          <a:bodyPr wrap="square" lIns="0" rIns="0" tIns="0" bIns="0">
            <a:spAutoFit/>
          </a:bodyPr>
          <a:lstStyle/>
          <a:p>
            <a:pPr>
              <a:lnSpc>
                <a:spcPct val="125000"/>
              </a:lnSpc>
              <a:spcAft>
                <a:spcPts val="1000"/>
              </a:spcAft>
            </a:pPr>
            <a:r>
              <a:rPr sz="1800" b="1">
                <a:solidFill>
                  <a:srgbClr val="1C3177"/>
                </a:solidFill>
                <a:latin typeface="Yu Gothic"/>
                <a:ea typeface="Yu Gothic"/>
                <a:cs typeface="Yu Gothic"/>
              </a:rPr>
              <a:t>試料が小さすぎる。</a:t>
            </a:r>
            <a:r>
              <a:rPr sz="1800" b="0">
                <a:solidFill>
                  <a:srgbClr val="1C3177"/>
                </a:solidFill>
                <a:latin typeface="Yu Gothic"/>
                <a:ea typeface="Yu Gothic"/>
                <a:cs typeface="Yu Gothic"/>
              </a:rPr>
              <a:t>数十 µm・pL の試料の磁化を、バルク測定でアンビルとガスケットの背景から分離することはできない。</a:t>
            </a:r>
          </a:p>
          <a:p>
            <a:pPr>
              <a:lnSpc>
                <a:spcPct val="125000"/>
              </a:lnSpc>
              <a:spcAft>
                <a:spcPts val="1000"/>
              </a:spcAft>
            </a:pPr>
            <a:r>
              <a:rPr sz="1800" b="1">
                <a:solidFill>
                  <a:srgbClr val="1C3177"/>
                </a:solidFill>
                <a:latin typeface="Yu Gothic"/>
                <a:ea typeface="Yu Gothic"/>
                <a:cs typeface="Yu Gothic"/>
              </a:rPr>
              <a:t>抵抗の落下だけでは決着しない。</a:t>
            </a:r>
            <a:r>
              <a:rPr sz="1800" b="0">
                <a:solidFill>
                  <a:srgbClr val="1C3177"/>
                </a:solidFill>
                <a:latin typeface="Yu Gothic"/>
                <a:ea typeface="Yu Gothic"/>
                <a:cs typeface="Yu Gothic"/>
              </a:rPr>
              <a:t>この分野は繰り返しそれを経験してきた。必要なのは磁束排除そのものの観測である。</a:t>
            </a:r>
          </a:p>
          <a:p>
            <a:pPr>
              <a:lnSpc>
                <a:spcPct val="125000"/>
              </a:lnSpc>
              <a:spcAft>
                <a:spcPts val="1000"/>
              </a:spcAft>
            </a:pPr>
            <a:r>
              <a:rPr sz="1800" b="0">
                <a:solidFill>
                  <a:srgbClr val="1C3177"/>
                </a:solidFill>
                <a:latin typeface="Yu Gothic"/>
                <a:ea typeface="Yu Gothic"/>
                <a:cs typeface="Yu Gothic"/>
              </a:rPr>
              <a:t>だから決着をつける測定は、</a:t>
            </a:r>
            <a:r>
              <a:rPr sz="1800" b="1">
                <a:solidFill>
                  <a:srgbClr val="1C3177"/>
                </a:solidFill>
                <a:latin typeface="Yu Gothic"/>
                <a:ea typeface="Yu Gothic"/>
                <a:cs typeface="Yu Gothic"/>
              </a:rPr>
              <a:t>局所・空間分解された磁気測定</a:t>
            </a:r>
            <a:r>
              <a:rPr sz="1800" b="0">
                <a:solidFill>
                  <a:srgbClr val="1C3177"/>
                </a:solidFill>
                <a:latin typeface="Yu Gothic"/>
                <a:ea typeface="Yu Gothic"/>
                <a:cs typeface="Yu Gothic"/>
              </a:rPr>
              <a:t>になった。</a:t>
            </a:r>
          </a:p>
        </p:txBody>
      </p:sp>
      <p:sp>
        <p:nvSpPr>
          <p:cNvPr id="8" name="TextBox 7"/>
          <p:cNvSpPr txBox="1"/>
          <p:nvPr/>
        </p:nvSpPr>
        <p:spPr>
          <a:xfrm>
            <a:off x="502920" y="6327648"/>
            <a:ext cx="11192256" cy="411480"/>
          </a:xfrm>
          <a:prstGeom prst="rect">
            <a:avLst/>
          </a:prstGeom>
          <a:noFill/>
        </p:spPr>
        <p:txBody>
          <a:bodyPr wrap="square" lIns="0" rIns="0" tIns="0" bIns="0">
            <a:spAutoFit/>
          </a:bodyPr>
          <a:lstStyle/>
          <a:p>
            <a:pPr>
              <a:lnSpc>
                <a:spcPct val="125000"/>
              </a:lnSpc>
              <a:spcAft>
                <a:spcPts val="0"/>
              </a:spcAft>
            </a:pPr>
            <a:r>
              <a:rPr sz="1200" b="0">
                <a:solidFill>
                  <a:srgbClr val="6E7488"/>
                </a:solidFill>
                <a:latin typeface="Yu Gothic"/>
                <a:ea typeface="Yu Gothic"/>
                <a:cs typeface="Yu Gothic"/>
              </a:rPr>
              <a:t>Bhattacharyya, PhD thesis (2022) Fig. 2.2; Drozdov, Nature 525, 73 (2015); 569, 528 (2019); Salke, Nat. Commun. 10, 4453 (2019); Bi, ibid. 13, 5952 (2022).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1">
                <a:solidFill>
                  <a:srgbClr val="1C3177"/>
                </a:solidFill>
                <a:latin typeface="Yu Gothic"/>
                <a:ea typeface="Yu Gothic"/>
                <a:cs typeface="Yu Gothic"/>
              </a:rPr>
              <a:t>アンビルの内側の NV が、局所の磁束排除を撮る</a:t>
            </a:r>
          </a:p>
        </p:txBody>
      </p:sp>
      <p:pic>
        <p:nvPicPr>
          <p:cNvPr id="3" name="Picture 2" descr="lit_nv_in_anvil.png"/>
          <p:cNvPicPr>
            <a:picLocks noChangeAspect="1"/>
          </p:cNvPicPr>
          <p:nvPr/>
        </p:nvPicPr>
        <p:blipFill>
          <a:blip r:embed="rId2"/>
          <a:stretch>
            <a:fillRect/>
          </a:stretch>
        </p:blipFill>
        <p:spPr>
          <a:xfrm>
            <a:off x="640080" y="1188720"/>
            <a:ext cx="1783080" cy="2026623"/>
          </a:xfrm>
          <a:prstGeom prst="rect">
            <a:avLst/>
          </a:prstGeom>
        </p:spPr>
      </p:pic>
      <p:pic>
        <p:nvPicPr>
          <p:cNvPr id="4" name="Picture 3" descr="lit_meissner_map.png"/>
          <p:cNvPicPr>
            <a:picLocks noChangeAspect="1"/>
          </p:cNvPicPr>
          <p:nvPr/>
        </p:nvPicPr>
        <p:blipFill>
          <a:blip r:embed="rId3"/>
          <a:stretch>
            <a:fillRect/>
          </a:stretch>
        </p:blipFill>
        <p:spPr>
          <a:xfrm>
            <a:off x="2606040" y="1298448"/>
            <a:ext cx="5257800" cy="1983744"/>
          </a:xfrm>
          <a:prstGeom prst="rect">
            <a:avLst/>
          </a:prstGeom>
        </p:spPr>
      </p:pic>
      <p:sp>
        <p:nvSpPr>
          <p:cNvPr id="5" name="TextBox 4"/>
          <p:cNvSpPr txBox="1"/>
          <p:nvPr/>
        </p:nvSpPr>
        <p:spPr>
          <a:xfrm>
            <a:off x="502920" y="3520440"/>
            <a:ext cx="7406640" cy="868680"/>
          </a:xfrm>
          <a:prstGeom prst="rect">
            <a:avLst/>
          </a:prstGeom>
          <a:noFill/>
        </p:spPr>
        <p:txBody>
          <a:bodyPr wrap="square" lIns="0" rIns="0" tIns="0" bIns="0">
            <a:spAutoFit/>
          </a:bodyPr>
          <a:lstStyle/>
          <a:p>
            <a:pPr>
              <a:lnSpc>
                <a:spcPct val="125000"/>
              </a:lnSpc>
              <a:spcAft>
                <a:spcPts val="1000"/>
              </a:spcAft>
            </a:pPr>
            <a:r>
              <a:rPr sz="1800" b="0">
                <a:solidFill>
                  <a:srgbClr val="1C3177"/>
                </a:solidFill>
                <a:latin typeface="Yu Gothic"/>
                <a:ea typeface="Yu Gothic"/>
                <a:cs typeface="Yu Gothic"/>
              </a:rPr>
              <a:t xml:space="preserve">キュレット面の 50 nm 下の NV が、CeH₉ 上で </a:t>
            </a:r>
            <a:r>
              <a:rPr sz="1800" b="1">
                <a:solidFill>
                  <a:srgbClr val="1C3177"/>
                </a:solidFill>
                <a:latin typeface="Yu Gothic"/>
                <a:ea typeface="Yu Gothic"/>
                <a:cs typeface="Yu Gothic"/>
              </a:rPr>
              <a:t>B/H = 0.67</a:t>
            </a:r>
            <a:r>
              <a:rPr sz="1800" b="0">
                <a:solidFill>
                  <a:srgbClr val="1C3177"/>
                </a:solidFill>
                <a:latin typeface="Yu Gothic"/>
                <a:ea typeface="Yu Gothic"/>
                <a:cs typeface="Yu Gothic"/>
              </a:rPr>
              <a:t xml:space="preserve"> の局所磁束排除を ~10 µm の不均一まで捉えている。</a:t>
            </a:r>
          </a:p>
        </p:txBody>
      </p:sp>
      <p:sp>
        <p:nvSpPr>
          <p:cNvPr id="6" name="Rectangle 5"/>
          <p:cNvSpPr/>
          <p:nvPr/>
        </p:nvSpPr>
        <p:spPr>
          <a:xfrm>
            <a:off x="502920" y="4526280"/>
            <a:ext cx="4846320" cy="868680"/>
          </a:xfrm>
          <a:prstGeom prst="rect">
            <a:avLst/>
          </a:prstGeom>
          <a:noFill/>
          <a:ln w="12700">
            <a:solidFill>
              <a:srgbClr val="1C3177"/>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200" b="0">
                <a:solidFill>
                  <a:srgbClr val="1C3177"/>
                </a:solidFill>
                <a:latin typeface="Yu Gothic"/>
                <a:ea typeface="Yu Gothic"/>
                <a:cs typeface="Yu Gothic"/>
              </a:rPr>
              <a:t>測定時間  ∝  画素数 / η</a:t>
            </a:r>
            <a:r>
              <a:rPr sz="2200" b="0" baseline="-25000">
                <a:solidFill>
                  <a:srgbClr val="1C3177"/>
                </a:solidFill>
                <a:latin typeface="Yu Gothic"/>
                <a:ea typeface="Yu Gothic"/>
                <a:cs typeface="Yu Gothic"/>
              </a:rPr>
              <a:t>B</a:t>
            </a:r>
            <a:r>
              <a:rPr sz="2200" b="0" baseline="30000">
                <a:solidFill>
                  <a:srgbClr val="1C3177"/>
                </a:solidFill>
                <a:latin typeface="Yu Gothic"/>
                <a:ea typeface="Yu Gothic"/>
                <a:cs typeface="Yu Gothic"/>
              </a:rPr>
              <a:t>2</a:t>
            </a:r>
          </a:p>
        </p:txBody>
      </p:sp>
      <p:sp>
        <p:nvSpPr>
          <p:cNvPr id="7" name="TextBox 6"/>
          <p:cNvSpPr txBox="1"/>
          <p:nvPr/>
        </p:nvSpPr>
        <p:spPr>
          <a:xfrm>
            <a:off x="5669280" y="4526280"/>
            <a:ext cx="2194560" cy="914400"/>
          </a:xfrm>
          <a:prstGeom prst="rect">
            <a:avLst/>
          </a:prstGeom>
          <a:noFill/>
        </p:spPr>
        <p:txBody>
          <a:bodyPr wrap="square" lIns="0" rIns="0" tIns="0" bIns="0">
            <a:spAutoFit/>
          </a:bodyPr>
          <a:lstStyle/>
          <a:p>
            <a:pPr>
              <a:lnSpc>
                <a:spcPct val="125000"/>
              </a:lnSpc>
              <a:spcAft>
                <a:spcPts val="1000"/>
              </a:spcAft>
            </a:pPr>
            <a:r>
              <a:rPr sz="1800" b="0">
                <a:solidFill>
                  <a:srgbClr val="1C3177"/>
                </a:solidFill>
                <a:latin typeface="Yu Gothic"/>
                <a:ea typeface="Yu Gothic"/>
                <a:cs typeface="Yu Gothic"/>
              </a:rPr>
              <a:t>マップは ODMR スペクトルのラスタである。</a:t>
            </a:r>
          </a:p>
        </p:txBody>
      </p:sp>
      <p:sp>
        <p:nvSpPr>
          <p:cNvPr id="8" name="TextBox 7"/>
          <p:cNvSpPr txBox="1"/>
          <p:nvPr/>
        </p:nvSpPr>
        <p:spPr>
          <a:xfrm>
            <a:off x="8138159" y="1325880"/>
            <a:ext cx="3977639" cy="4572000"/>
          </a:xfrm>
          <a:prstGeom prst="rect">
            <a:avLst/>
          </a:prstGeom>
          <a:noFill/>
        </p:spPr>
        <p:txBody>
          <a:bodyPr wrap="square" lIns="0" rIns="0" tIns="0" bIns="0">
            <a:spAutoFit/>
          </a:bodyPr>
          <a:lstStyle/>
          <a:p>
            <a:pPr>
              <a:lnSpc>
                <a:spcPct val="125000"/>
              </a:lnSpc>
              <a:spcAft>
                <a:spcPts val="1000"/>
              </a:spcAft>
            </a:pPr>
            <a:r>
              <a:rPr sz="1800" b="1">
                <a:solidFill>
                  <a:srgbClr val="1C3177"/>
                </a:solidFill>
                <a:latin typeface="Yu Gothic"/>
                <a:ea typeface="Yu Gothic"/>
                <a:cs typeface="Yu Gothic"/>
              </a:rPr>
              <a:t>科学的な中身はマップにある。</a:t>
            </a:r>
            <a:r>
              <a:rPr sz="1800" b="0">
                <a:solidFill>
                  <a:srgbClr val="1C3177"/>
                </a:solidFill>
                <a:latin typeface="Yu Gothic"/>
                <a:ea typeface="Yu Gothic"/>
                <a:cs typeface="Yu Gothic"/>
              </a:rPr>
              <a:t>遮蔽場のテクスチャ、捕捉磁束の幾何、そしてその T</a:t>
            </a:r>
            <a:r>
              <a:rPr sz="1800" b="0" baseline="-25000">
                <a:solidFill>
                  <a:srgbClr val="1C3177"/>
                </a:solidFill>
                <a:latin typeface="Yu Gothic"/>
                <a:ea typeface="Yu Gothic"/>
                <a:cs typeface="Yu Gothic"/>
              </a:rPr>
              <a:t>c</a:t>
            </a:r>
            <a:r>
              <a:rPr sz="1800" b="0">
                <a:solidFill>
                  <a:srgbClr val="1C3177"/>
                </a:solidFill>
                <a:latin typeface="Yu Gothic"/>
                <a:ea typeface="Yu Gothic"/>
                <a:cs typeface="Yu Gothic"/>
              </a:rPr>
              <a:t> 近傍・圧力に沿った発展。</a:t>
            </a:r>
          </a:p>
          <a:p>
            <a:pPr>
              <a:lnSpc>
                <a:spcPct val="125000"/>
              </a:lnSpc>
              <a:spcAft>
                <a:spcPts val="1000"/>
              </a:spcAft>
            </a:pPr>
            <a:r>
              <a:rPr sz="1800" b="0">
                <a:solidFill>
                  <a:srgbClr val="1C3177"/>
                </a:solidFill>
                <a:latin typeface="Yu Gothic"/>
                <a:ea typeface="Yu Gothic"/>
                <a:cs typeface="Yu Gothic"/>
              </a:rPr>
              <a:t>1 回のロードに数週間、1 回のアンビル破損で全損する領域では、</a:t>
            </a:r>
            <a:r>
              <a:rPr sz="1800" b="1">
                <a:solidFill>
                  <a:srgbClr val="1C3177"/>
                </a:solidFill>
                <a:latin typeface="Yu Gothic"/>
                <a:ea typeface="Yu Gothic"/>
                <a:cs typeface="Yu Gothic"/>
              </a:rPr>
              <a:t>感度は空間分解能・視野・到達できる (P, T) 点数を買う通貨</a:t>
            </a:r>
            <a:r>
              <a:rPr sz="1800" b="0">
                <a:solidFill>
                  <a:srgbClr val="1C3177"/>
                </a:solidFill>
                <a:latin typeface="Yu Gothic"/>
                <a:ea typeface="Yu Gothic"/>
                <a:cs typeface="Yu Gothic"/>
              </a:rPr>
              <a:t>である。</a:t>
            </a:r>
          </a:p>
          <a:p>
            <a:pPr>
              <a:lnSpc>
                <a:spcPct val="125000"/>
              </a:lnSpc>
              <a:spcAft>
                <a:spcPts val="1000"/>
              </a:spcAft>
            </a:pPr>
            <a:r>
              <a:rPr sz="3400" b="1">
                <a:solidFill>
                  <a:srgbClr val="1C3177"/>
                </a:solidFill>
                <a:latin typeface="Yu Gothic"/>
                <a:ea typeface="Yu Gothic"/>
                <a:cs typeface="Yu Gothic"/>
              </a:rPr>
              <a:t>×2.5</a:t>
            </a:r>
            <a:r>
              <a:rPr sz="1800" b="0">
                <a:solidFill>
                  <a:srgbClr val="1C3177"/>
                </a:solidFill>
                <a:latin typeface="Yu Gothic"/>
                <a:ea typeface="Yu Gothic"/>
                <a:cs typeface="Yu Gothic"/>
              </a:rPr>
              <a:t>  感度</a:t>
            </a:r>
          </a:p>
          <a:p>
            <a:pPr>
              <a:lnSpc>
                <a:spcPct val="125000"/>
              </a:lnSpc>
              <a:spcAft>
                <a:spcPts val="1000"/>
              </a:spcAft>
            </a:pPr>
            <a:r>
              <a:rPr sz="3400" b="1">
                <a:solidFill>
                  <a:srgbClr val="1C3177"/>
                </a:solidFill>
                <a:latin typeface="Yu Gothic"/>
                <a:ea typeface="Yu Gothic"/>
                <a:cs typeface="Yu Gothic"/>
              </a:rPr>
              <a:t>×6</a:t>
            </a:r>
            <a:r>
              <a:rPr sz="1800" b="0">
                <a:solidFill>
                  <a:srgbClr val="1C3177"/>
                </a:solidFill>
                <a:latin typeface="Yu Gothic"/>
                <a:ea typeface="Yu Gothic"/>
                <a:cs typeface="Yu Gothic"/>
              </a:rPr>
              <a:t>  マップ 1 枚の取得時間</a:t>
            </a:r>
          </a:p>
        </p:txBody>
      </p:sp>
      <p:sp>
        <p:nvSpPr>
          <p:cNvPr id="9" name="TextBox 8"/>
          <p:cNvSpPr txBox="1"/>
          <p:nvPr/>
        </p:nvSpPr>
        <p:spPr>
          <a:xfrm>
            <a:off x="502920" y="6327648"/>
            <a:ext cx="11192256" cy="411480"/>
          </a:xfrm>
          <a:prstGeom prst="rect">
            <a:avLst/>
          </a:prstGeom>
          <a:noFill/>
        </p:spPr>
        <p:txBody>
          <a:bodyPr wrap="square" lIns="0" rIns="0" tIns="0" bIns="0">
            <a:spAutoFit/>
          </a:bodyPr>
          <a:lstStyle/>
          <a:p>
            <a:pPr>
              <a:lnSpc>
                <a:spcPct val="125000"/>
              </a:lnSpc>
              <a:spcAft>
                <a:spcPts val="0"/>
              </a:spcAft>
            </a:pPr>
            <a:r>
              <a:rPr sz="1200" b="0">
                <a:solidFill>
                  <a:srgbClr val="6E7488"/>
                </a:solidFill>
                <a:latin typeface="Yu Gothic"/>
                <a:ea typeface="Yu Gothic"/>
                <a:cs typeface="Yu Gothic"/>
              </a:rPr>
              <a:t>Bhattacharyya, PhD thesis (2022) Fig. 7.2, 7.8; Bhattacharyya et al., Nature 627, 73 (2024); Barry et al., Rev. Mod. Phys. 92, 015004 (2020).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120 GPa では吸収帯とイオン化端が同時に青へ動く</a:t>
            </a:r>
          </a:p>
        </p:txBody>
      </p:sp>
      <p:pic>
        <p:nvPicPr>
          <p:cNvPr id="3" name="Picture 2" descr="fig4_absorption.png"/>
          <p:cNvPicPr>
            <a:picLocks noChangeAspect="1"/>
          </p:cNvPicPr>
          <p:nvPr/>
        </p:nvPicPr>
        <p:blipFill>
          <a:blip r:embed="rId2"/>
          <a:stretch>
            <a:fillRect/>
          </a:stretch>
        </p:blipFill>
        <p:spPr>
          <a:xfrm>
            <a:off x="411480" y="1298448"/>
            <a:ext cx="7040880" cy="3931920"/>
          </a:xfrm>
          <a:prstGeom prst="rect">
            <a:avLst/>
          </a:prstGeom>
        </p:spPr>
      </p:pic>
      <p:sp>
        <p:nvSpPr>
          <p:cNvPr id="4" name="TextBox 3"/>
          <p:cNvSpPr txBox="1"/>
          <p:nvPr/>
        </p:nvSpPr>
        <p:spPr>
          <a:xfrm>
            <a:off x="7726679" y="1371600"/>
            <a:ext cx="3977639" cy="4160520"/>
          </a:xfrm>
          <a:prstGeom prst="rect">
            <a:avLst/>
          </a:prstGeom>
          <a:noFill/>
        </p:spPr>
        <p:txBody>
          <a:bodyPr wrap="square" lIns="0" rIns="0" tIns="0" bIns="0">
            <a:spAutoFit/>
          </a:bodyPr>
          <a:lstStyle/>
          <a:p>
            <a:pPr>
              <a:lnSpc>
                <a:spcPct val="125000"/>
              </a:lnSpc>
              <a:spcAft>
                <a:spcPts val="1000"/>
              </a:spcAft>
            </a:pPr>
            <a:r>
              <a:rPr sz="1800" b="0">
                <a:solidFill>
                  <a:srgbClr val="1C3177"/>
                </a:solidFill>
                <a:latin typeface="Yu Gothic"/>
                <a:ea typeface="Yu Gothic"/>
                <a:cs typeface="Yu Gothic"/>
              </a:rPr>
              <a:t xml:space="preserve">ZPL が </a:t>
            </a:r>
            <a:r>
              <a:rPr sz="1800" b="1">
                <a:solidFill>
                  <a:srgbClr val="1C3177"/>
                </a:solidFill>
                <a:latin typeface="Yu Gothic"/>
                <a:ea typeface="Yu Gothic"/>
                <a:cs typeface="Yu Gothic"/>
              </a:rPr>
              <a:t>+0.40 eV</a:t>
            </a:r>
            <a:r>
              <a:rPr sz="1800" b="0">
                <a:solidFill>
                  <a:srgbClr val="1C3177"/>
                </a:solidFill>
                <a:latin typeface="Yu Gothic"/>
                <a:ea typeface="Yu Gothic"/>
                <a:cs typeface="Yu Gothic"/>
              </a:rPr>
              <a:t xml:space="preserve"> 青方偏移し、Huang–Rhys 因子が 3.08 → 4.61 に増える。</a:t>
            </a:r>
          </a:p>
          <a:p>
            <a:pPr>
              <a:lnSpc>
                <a:spcPct val="125000"/>
              </a:lnSpc>
              <a:spcAft>
                <a:spcPts val="1000"/>
              </a:spcAft>
            </a:pPr>
            <a:r>
              <a:rPr sz="1800" b="0">
                <a:solidFill>
                  <a:srgbClr val="1C3177"/>
                </a:solidFill>
                <a:latin typeface="Yu Gothic"/>
                <a:ea typeface="Yu Gothic"/>
                <a:cs typeface="Yu Gothic"/>
              </a:rPr>
              <a:t xml:space="preserve">IP(³A₂) は </a:t>
            </a:r>
            <a:r>
              <a:rPr sz="1800" b="1">
                <a:solidFill>
                  <a:srgbClr val="1C3177"/>
                </a:solidFill>
                <a:latin typeface="Yu Gothic"/>
                <a:ea typeface="Yu Gothic"/>
                <a:cs typeface="Yu Gothic"/>
              </a:rPr>
              <a:t>3.06 eV = 405 nm</a:t>
            </a:r>
            <a:r>
              <a:rPr sz="1800" b="0">
                <a:solidFill>
                  <a:srgbClr val="1C3177"/>
                </a:solidFill>
                <a:latin typeface="Yu Gothic"/>
                <a:ea typeface="Yu Gothic"/>
                <a:cs typeface="Yu Gothic"/>
              </a:rPr>
              <a:t>。これより青は NV⁻ を NV⁰ に変える。</a:t>
            </a:r>
          </a:p>
          <a:p>
            <a:pPr>
              <a:lnSpc>
                <a:spcPct val="125000"/>
              </a:lnSpc>
              <a:spcAft>
                <a:spcPts val="1000"/>
              </a:spcAft>
            </a:pPr>
            <a:r>
              <a:rPr sz="1800" b="0">
                <a:solidFill>
                  <a:srgbClr val="1C3177"/>
                </a:solidFill>
                <a:latin typeface="Yu Gothic"/>
                <a:ea typeface="Yu Gothic"/>
                <a:cs typeface="Yu Gothic"/>
              </a:rPr>
              <a:t>η ∝ Δν/(C√R)。C に線形、光子レートに √。</a:t>
            </a:r>
          </a:p>
        </p:txBody>
      </p:sp>
      <p:sp>
        <p:nvSpPr>
          <p:cNvPr id="5" name="TextBox 4"/>
          <p:cNvSpPr txBox="1"/>
          <p:nvPr/>
        </p:nvSpPr>
        <p:spPr>
          <a:xfrm>
            <a:off x="502920" y="6327648"/>
            <a:ext cx="11192256" cy="411480"/>
          </a:xfrm>
          <a:prstGeom prst="rect">
            <a:avLst/>
          </a:prstGeom>
          <a:noFill/>
        </p:spPr>
        <p:txBody>
          <a:bodyPr wrap="square" lIns="0" rIns="0" tIns="0" bIns="0">
            <a:spAutoFit/>
          </a:bodyPr>
          <a:lstStyle/>
          <a:p>
            <a:pPr>
              <a:lnSpc>
                <a:spcPct val="125000"/>
              </a:lnSpc>
              <a:spcAft>
                <a:spcPts val="0"/>
              </a:spcAft>
            </a:pPr>
            <a:r>
              <a:rPr sz="1200" b="0">
                <a:solidFill>
                  <a:srgbClr val="6E7488"/>
                </a:solidFill>
                <a:latin typeface="Yu Gothic"/>
                <a:ea typeface="Yu Gothic"/>
                <a:cs typeface="Yu Gothic"/>
              </a:rPr>
              <a:t>K. O. Ho, C. Dailledouze et al., arXiv:2606.02399 (2026).</a:t>
            </a:r>
          </a:p>
        </p:txBody>
      </p:sp>
      <p:sp>
        <p:nvSpPr>
          <p:cNvPr id="90" name="BottomNote"/>
          <p:cNvSpPr txBox="1"/>
          <p:nvPr/>
        </p:nvSpPr>
        <p:spPr>
          <a:xfrm>
            <a:off x="502920" y="5650992"/>
            <a:ext cx="11192256" cy="566928"/>
          </a:xfrm>
          <a:prstGeom prst="rect">
            <a:avLst/>
          </a:prstGeom>
          <a:solidFill>
            <a:srgbClr val="1C3177"/>
          </a:solidFill>
        </p:spPr>
        <p:txBody>
          <a:bodyPr wrap="square" lIns="164592" rIns="164592" tIns="82296" bIns="82296" anchor="ctr">
            <a:spAutoFit/>
          </a:bodyPr>
          <a:lstStyle/>
          <a:p>
            <a:pPr>
              <a:lnSpc>
                <a:spcPct val="125000"/>
              </a:lnSpc>
              <a:spcAft>
                <a:spcPts val="0"/>
              </a:spcAft>
            </a:pPr>
            <a:r>
              <a:rPr sz="2000" b="0">
                <a:solidFill>
                  <a:srgbClr val="FFFFFF"/>
                </a:solidFill>
                <a:latin typeface="Yu Gothic"/>
                <a:ea typeface="Yu Gothic"/>
                <a:cs typeface="Yu Gothic"/>
              </a:rPr>
              <a:t xml:space="preserve">吸収極大とイオン化端が同時に青へ動き、120 GPa では σ(473) が σ(532) の </a:t>
            </a:r>
            <a:r>
              <a:rPr sz="2000" b="1">
                <a:solidFill>
                  <a:srgbClr val="FFFFFF"/>
                </a:solidFill>
                <a:latin typeface="Yu Gothic"/>
                <a:ea typeface="Yu Gothic"/>
                <a:cs typeface="Yu Gothic"/>
              </a:rPr>
              <a:t>10 倍</a:t>
            </a:r>
            <a:r>
              <a:rPr sz="2000" b="0">
                <a:solidFill>
                  <a:srgbClr val="FFFFFF"/>
                </a:solidFill>
                <a:latin typeface="Yu Gothic"/>
                <a:ea typeface="Yu Gothic"/>
                <a:cs typeface="Yu Gothic"/>
              </a:rPr>
              <a:t>になる。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答えは点ではなく窓である — 463–488 nm</a:t>
            </a:r>
          </a:p>
        </p:txBody>
      </p:sp>
      <p:pic>
        <p:nvPicPr>
          <p:cNvPr id="3" name="Picture 2" descr="fig6_window.png"/>
          <p:cNvPicPr>
            <a:picLocks noChangeAspect="1"/>
          </p:cNvPicPr>
          <p:nvPr/>
        </p:nvPicPr>
        <p:blipFill>
          <a:blip r:embed="rId2"/>
          <a:stretch>
            <a:fillRect/>
          </a:stretch>
        </p:blipFill>
        <p:spPr>
          <a:xfrm>
            <a:off x="411480" y="1298448"/>
            <a:ext cx="7040880" cy="3931920"/>
          </a:xfrm>
          <a:prstGeom prst="rect">
            <a:avLst/>
          </a:prstGeom>
        </p:spPr>
      </p:pic>
      <p:graphicFrame>
        <p:nvGraphicFramePr>
          <p:cNvPr id="4" name="Table 3"/>
          <p:cNvGraphicFramePr>
            <a:graphicFrameLocks noGrp="1"/>
          </p:cNvGraphicFramePr>
          <p:nvPr/>
        </p:nvGraphicFramePr>
        <p:xfrm>
          <a:off x="7726679" y="1298448"/>
          <a:ext cx="3977640" cy="1737360"/>
        </p:xfrm>
        <a:graphic>
          <a:graphicData uri="http://schemas.openxmlformats.org/drawingml/2006/table">
            <a:tbl>
              <a:tblPr firstRow="1">
                <a:tableStyleId>{5C22544A-7EE6-4342-B048-85BDC9FD1C3A}</a:tableStyleId>
              </a:tblPr>
              <a:tblGrid>
                <a:gridCol w="1234440"/>
                <a:gridCol w="1051560"/>
                <a:gridCol w="1691640"/>
              </a:tblGrid>
              <a:tr h="434340">
                <a:tc>
                  <a:txBody>
                    <a:bodyPr wrap="square"/>
                    <a:lstStyle/>
                    <a:p>
                      <a:r>
                        <a:rPr sz="1800" b="1">
                          <a:solidFill>
                            <a:srgbClr val="FFFFFF"/>
                          </a:solidFill>
                          <a:latin typeface="Yu Gothic"/>
                          <a:ea typeface="Yu Gothic"/>
                          <a:cs typeface="Yu Gothic"/>
                        </a:rPr>
                        <a:t>励起線</a:t>
                      </a:r>
                    </a:p>
                  </a:txBody>
                  <a:tcPr anchor="ctr" marL="73152" marR="73152" marT="36576" marB="36576">
                    <a:solidFill>
                      <a:srgbClr val="1C3177"/>
                    </a:solidFill>
                  </a:tcPr>
                </a:tc>
                <a:tc>
                  <a:txBody>
                    <a:bodyPr wrap="square"/>
                    <a:lstStyle/>
                    <a:p>
                      <a:r>
                        <a:rPr sz="1800" b="0">
                          <a:solidFill>
                            <a:srgbClr val="FFFFFF"/>
                          </a:solidFill>
                          <a:latin typeface="Yu Gothic"/>
                          <a:ea typeface="Yu Gothic"/>
                          <a:cs typeface="Yu Gothic"/>
                        </a:rPr>
                        <a:t>感度比</a:t>
                      </a:r>
                    </a:p>
                  </a:txBody>
                  <a:tcPr anchor="ctr" marL="73152" marR="73152" marT="36576" marB="36576">
                    <a:solidFill>
                      <a:srgbClr val="1C3177"/>
                    </a:solidFill>
                  </a:tcPr>
                </a:tc>
                <a:tc>
                  <a:txBody>
                    <a:bodyPr wrap="square"/>
                    <a:lstStyle/>
                    <a:p>
                      <a:r>
                        <a:rPr sz="1800" b="1">
                          <a:solidFill>
                            <a:srgbClr val="FFFFFF"/>
                          </a:solidFill>
                          <a:latin typeface="Yu Gothic"/>
                          <a:ea typeface="Yu Gothic"/>
                          <a:cs typeface="Yu Gothic"/>
                        </a:rPr>
                        <a:t/>
                      </a:r>
                    </a:p>
                  </a:txBody>
                  <a:tcPr anchor="ctr" marL="73152" marR="73152" marT="36576" marB="36576">
                    <a:solidFill>
                      <a:srgbClr val="1C3177"/>
                    </a:solidFill>
                  </a:tcPr>
                </a:tc>
              </a:tr>
              <a:tr h="434340">
                <a:tc>
                  <a:txBody>
                    <a:bodyPr wrap="square"/>
                    <a:lstStyle/>
                    <a:p>
                      <a:r>
                        <a:rPr sz="1800" b="0">
                          <a:solidFill>
                            <a:srgbClr val="1C3177"/>
                          </a:solidFill>
                          <a:latin typeface="Yu Gothic"/>
                          <a:ea typeface="Yu Gothic"/>
                          <a:cs typeface="Yu Gothic"/>
                        </a:rPr>
                        <a:t>405 nm</a:t>
                      </a:r>
                    </a:p>
                  </a:txBody>
                  <a:tcPr anchor="ctr" marL="73152" marR="73152" marT="36576" marB="36576">
                    <a:noFill/>
                  </a:tcPr>
                </a:tc>
                <a:tc>
                  <a:txBody>
                    <a:bodyPr wrap="square"/>
                    <a:lstStyle/>
                    <a:p>
                      <a:r>
                        <a:rPr sz="1800" b="0">
                          <a:solidFill>
                            <a:srgbClr val="1C3177"/>
                          </a:solidFill>
                          <a:latin typeface="Yu Gothic"/>
                          <a:ea typeface="Yu Gothic"/>
                          <a:cs typeface="Yu Gothic"/>
                        </a:rPr>
                        <a:t>3.76</a:t>
                      </a:r>
                    </a:p>
                  </a:txBody>
                  <a:tcPr anchor="ctr" marL="73152" marR="73152" marT="36576" marB="36576">
                    <a:noFill/>
                  </a:tcPr>
                </a:tc>
                <a:tc>
                  <a:txBody>
                    <a:bodyPr wrap="square"/>
                    <a:lstStyle/>
                    <a:p>
                      <a:r>
                        <a:rPr sz="1800" b="0">
                          <a:solidFill>
                            <a:srgbClr val="1C3177"/>
                          </a:solidFill>
                          <a:latin typeface="Yu Gothic"/>
                          <a:ea typeface="Yu Gothic"/>
                          <a:cs typeface="Yu Gothic"/>
                        </a:rPr>
                        <a:t>イオン化端</a:t>
                      </a:r>
                    </a:p>
                  </a:txBody>
                  <a:tcPr anchor="ctr" marL="73152" marR="73152" marT="36576" marB="36576">
                    <a:noFill/>
                  </a:tcPr>
                </a:tc>
              </a:tr>
              <a:tr h="434340">
                <a:tc>
                  <a:txBody>
                    <a:bodyPr wrap="square"/>
                    <a:lstStyle/>
                    <a:p>
                      <a:r>
                        <a:rPr sz="1800" b="1">
                          <a:solidFill>
                            <a:srgbClr val="1C3177"/>
                          </a:solidFill>
                          <a:latin typeface="Yu Gothic"/>
                          <a:ea typeface="Yu Gothic"/>
                          <a:cs typeface="Yu Gothic"/>
                        </a:rPr>
                        <a:t>473 nm</a:t>
                      </a:r>
                    </a:p>
                  </a:txBody>
                  <a:tcPr anchor="ctr" marL="73152" marR="73152" marT="36576" marB="36576">
                    <a:solidFill>
                      <a:srgbClr val="E8EAF1"/>
                    </a:solidFill>
                  </a:tcPr>
                </a:tc>
                <a:tc>
                  <a:txBody>
                    <a:bodyPr wrap="square"/>
                    <a:lstStyle/>
                    <a:p>
                      <a:r>
                        <a:rPr sz="1800" b="0">
                          <a:solidFill>
                            <a:srgbClr val="1C3177"/>
                          </a:solidFill>
                          <a:latin typeface="Yu Gothic"/>
                          <a:ea typeface="Yu Gothic"/>
                          <a:cs typeface="Yu Gothic"/>
                        </a:rPr>
                        <a:t>1.002</a:t>
                      </a:r>
                    </a:p>
                  </a:txBody>
                  <a:tcPr anchor="ctr" marL="73152" marR="73152" marT="36576" marB="36576">
                    <a:solidFill>
                      <a:srgbClr val="E8EAF1"/>
                    </a:solidFill>
                  </a:tcPr>
                </a:tc>
                <a:tc>
                  <a:txBody>
                    <a:bodyPr wrap="square"/>
                    <a:lstStyle/>
                    <a:p>
                      <a:r>
                        <a:rPr sz="1800" b="0">
                          <a:solidFill>
                            <a:srgbClr val="1C3177"/>
                          </a:solidFill>
                          <a:latin typeface="Yu Gothic"/>
                          <a:ea typeface="Yu Gothic"/>
                          <a:cs typeface="Yu Gothic"/>
                        </a:rPr>
                        <a:t>市販 DPSS</a:t>
                      </a:r>
                    </a:p>
                  </a:txBody>
                  <a:tcPr anchor="ctr" marL="73152" marR="73152" marT="36576" marB="36576">
                    <a:solidFill>
                      <a:srgbClr val="E8EAF1"/>
                    </a:solidFill>
                  </a:tcPr>
                </a:tc>
              </a:tr>
              <a:tr h="434340">
                <a:tc>
                  <a:txBody>
                    <a:bodyPr wrap="square"/>
                    <a:lstStyle/>
                    <a:p>
                      <a:r>
                        <a:rPr sz="1800" b="0">
                          <a:solidFill>
                            <a:srgbClr val="1C3177"/>
                          </a:solidFill>
                          <a:latin typeface="Yu Gothic"/>
                          <a:ea typeface="Yu Gothic"/>
                          <a:cs typeface="Yu Gothic"/>
                        </a:rPr>
                        <a:t>532 nm</a:t>
                      </a:r>
                    </a:p>
                  </a:txBody>
                  <a:tcPr anchor="ctr" marL="73152" marR="73152" marT="36576" marB="36576">
                    <a:noFill/>
                  </a:tcPr>
                </a:tc>
                <a:tc>
                  <a:txBody>
                    <a:bodyPr wrap="square"/>
                    <a:lstStyle/>
                    <a:p>
                      <a:r>
                        <a:rPr sz="1800" b="0">
                          <a:solidFill>
                            <a:srgbClr val="1C3177"/>
                          </a:solidFill>
                          <a:latin typeface="Yu Gothic"/>
                          <a:ea typeface="Yu Gothic"/>
                          <a:cs typeface="Yu Gothic"/>
                        </a:rPr>
                        <a:t>2.53</a:t>
                      </a:r>
                    </a:p>
                  </a:txBody>
                  <a:tcPr anchor="ctr" marL="73152" marR="73152" marT="36576" marB="36576">
                    <a:noFill/>
                  </a:tcPr>
                </a:tc>
                <a:tc>
                  <a:txBody>
                    <a:bodyPr wrap="square"/>
                    <a:lstStyle/>
                    <a:p>
                      <a:r>
                        <a:rPr sz="1800" b="0">
                          <a:solidFill>
                            <a:srgbClr val="1C3177"/>
                          </a:solidFill>
                          <a:latin typeface="Yu Gothic"/>
                          <a:ea typeface="Yu Gothic"/>
                          <a:cs typeface="Yu Gothic"/>
                        </a:rPr>
                        <a:t>従来の既定</a:t>
                      </a:r>
                    </a:p>
                  </a:txBody>
                  <a:tcPr anchor="ctr" marL="73152" marR="73152" marT="36576" marB="36576">
                    <a:noFill/>
                  </a:tcPr>
                </a:tc>
              </a:tr>
            </a:tbl>
          </a:graphicData>
        </a:graphic>
      </p:graphicFrame>
      <p:sp>
        <p:nvSpPr>
          <p:cNvPr id="5" name="TextBox 4"/>
          <p:cNvSpPr txBox="1"/>
          <p:nvPr/>
        </p:nvSpPr>
        <p:spPr>
          <a:xfrm>
            <a:off x="7726679" y="3246120"/>
            <a:ext cx="3977639" cy="2286000"/>
          </a:xfrm>
          <a:prstGeom prst="rect">
            <a:avLst/>
          </a:prstGeom>
          <a:noFill/>
        </p:spPr>
        <p:txBody>
          <a:bodyPr wrap="square" lIns="0" rIns="0" tIns="0" bIns="0">
            <a:spAutoFit/>
          </a:bodyPr>
          <a:lstStyle/>
          <a:p>
            <a:pPr>
              <a:lnSpc>
                <a:spcPct val="125000"/>
              </a:lnSpc>
              <a:spcAft>
                <a:spcPts val="1000"/>
              </a:spcAft>
            </a:pPr>
            <a:r>
              <a:rPr sz="1800" b="0">
                <a:solidFill>
                  <a:srgbClr val="1C3177"/>
                </a:solidFill>
                <a:latin typeface="Yu Gothic"/>
                <a:ea typeface="Yu Gothic"/>
                <a:cs typeface="Yu Gothic"/>
              </a:rPr>
              <a:t>窓の中に市販線が 3 本 — 457 nm ×1.11、488 nm ×1.05。</a:t>
            </a:r>
          </a:p>
          <a:p>
            <a:pPr>
              <a:lnSpc>
                <a:spcPct val="125000"/>
              </a:lnSpc>
              <a:spcAft>
                <a:spcPts val="1000"/>
              </a:spcAft>
            </a:pPr>
            <a:r>
              <a:rPr sz="1800" b="0">
                <a:solidFill>
                  <a:srgbClr val="1C3177"/>
                </a:solidFill>
                <a:latin typeface="Yu Gothic"/>
                <a:ea typeface="Yu Gothic"/>
                <a:cs typeface="Yu Gothic"/>
              </a:rPr>
              <a:t>λ</a:t>
            </a:r>
            <a:r>
              <a:rPr sz="1800" b="0" baseline="-25000">
                <a:solidFill>
                  <a:srgbClr val="1C3177"/>
                </a:solidFill>
                <a:latin typeface="Yu Gothic"/>
                <a:ea typeface="Yu Gothic"/>
                <a:cs typeface="Yu Gothic"/>
              </a:rPr>
              <a:t>opt</a:t>
            </a:r>
            <a:r>
              <a:rPr sz="1800" b="0">
                <a:solidFill>
                  <a:srgbClr val="1C3177"/>
                </a:solidFill>
                <a:latin typeface="Yu Gothic"/>
                <a:ea typeface="Yu Gothic"/>
                <a:cs typeface="Yu Gothic"/>
              </a:rPr>
              <a:t xml:space="preserve"> は </a:t>
            </a:r>
            <a:r>
              <a:rPr sz="1800" b="1">
                <a:solidFill>
                  <a:srgbClr val="1C3177"/>
                </a:solidFill>
                <a:latin typeface="Yu Gothic"/>
                <a:ea typeface="Yu Gothic"/>
                <a:cs typeface="Yu Gothic"/>
              </a:rPr>
              <a:t>0.4–0.6 nm/GPa</a:t>
            </a:r>
            <a:r>
              <a:rPr sz="1800" b="0">
                <a:solidFill>
                  <a:srgbClr val="1C3177"/>
                </a:solidFill>
                <a:latin typeface="Yu Gothic"/>
                <a:ea typeface="Yu Gothic"/>
                <a:cs typeface="Yu Gothic"/>
              </a:rPr>
              <a:t xml:space="preserve"> で動く。100 GPa では 486 nm。</a:t>
            </a:r>
          </a:p>
        </p:txBody>
      </p:sp>
      <p:sp>
        <p:nvSpPr>
          <p:cNvPr id="6" name="TextBox 5"/>
          <p:cNvSpPr txBox="1"/>
          <p:nvPr/>
        </p:nvSpPr>
        <p:spPr>
          <a:xfrm>
            <a:off x="502920" y="6327648"/>
            <a:ext cx="11192256" cy="411480"/>
          </a:xfrm>
          <a:prstGeom prst="rect">
            <a:avLst/>
          </a:prstGeom>
          <a:noFill/>
        </p:spPr>
        <p:txBody>
          <a:bodyPr wrap="square" lIns="0" rIns="0" tIns="0" bIns="0">
            <a:spAutoFit/>
          </a:bodyPr>
          <a:lstStyle/>
          <a:p>
            <a:pPr>
              <a:lnSpc>
                <a:spcPct val="125000"/>
              </a:lnSpc>
              <a:spcAft>
                <a:spcPts val="0"/>
              </a:spcAft>
            </a:pPr>
          </a:p>
        </p:txBody>
      </p:sp>
      <p:sp>
        <p:nvSpPr>
          <p:cNvPr id="90" name="BottomNote"/>
          <p:cNvSpPr txBox="1"/>
          <p:nvPr/>
        </p:nvSpPr>
        <p:spPr>
          <a:xfrm>
            <a:off x="502920" y="5650992"/>
            <a:ext cx="11192256" cy="566928"/>
          </a:xfrm>
          <a:prstGeom prst="rect">
            <a:avLst/>
          </a:prstGeom>
          <a:solidFill>
            <a:srgbClr val="1C3177"/>
          </a:solidFill>
        </p:spPr>
        <p:txBody>
          <a:bodyPr wrap="square" lIns="164592" rIns="164592" tIns="82296" bIns="82296" anchor="ctr">
            <a:spAutoFit/>
          </a:bodyPr>
          <a:lstStyle/>
          <a:p>
            <a:pPr>
              <a:lnSpc>
                <a:spcPct val="125000"/>
              </a:lnSpc>
              <a:spcAft>
                <a:spcPts val="0"/>
              </a:spcAft>
            </a:pPr>
            <a:r>
              <a:t xml:space="preserve">λopt の不確かさ ±5.5 nm は 5% 許容窓の半分を占める — </a:t>
            </a:r>
            <a:r>
              <a:t>答えは点ではなく窓である</a:t>
            </a:r>
            <a: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最適波長を動かすのは光学入力だけである</a:t>
            </a:r>
          </a:p>
        </p:txBody>
      </p:sp>
      <p:pic>
        <p:nvPicPr>
          <p:cNvPr id="3" name="Picture 2" descr="fig5_tornado.png"/>
          <p:cNvPicPr>
            <a:picLocks noChangeAspect="1"/>
          </p:cNvPicPr>
          <p:nvPr/>
        </p:nvPicPr>
        <p:blipFill>
          <a:blip r:embed="rId2"/>
          <a:stretch>
            <a:fillRect/>
          </a:stretch>
        </p:blipFill>
        <p:spPr>
          <a:xfrm>
            <a:off x="411480" y="1225296"/>
            <a:ext cx="7040880" cy="4069080"/>
          </a:xfrm>
          <a:prstGeom prst="rect">
            <a:avLst/>
          </a:prstGeom>
        </p:spPr>
      </p:pic>
      <p:sp>
        <p:nvSpPr>
          <p:cNvPr id="4" name="TextBox 3"/>
          <p:cNvSpPr txBox="1"/>
          <p:nvPr/>
        </p:nvSpPr>
        <p:spPr>
          <a:xfrm>
            <a:off x="7726679" y="1371600"/>
            <a:ext cx="3977639" cy="4160520"/>
          </a:xfrm>
          <a:prstGeom prst="rect">
            <a:avLst/>
          </a:prstGeom>
          <a:noFill/>
        </p:spPr>
        <p:txBody>
          <a:bodyPr wrap="square" lIns="0" rIns="0" tIns="0" bIns="0">
            <a:spAutoFit/>
          </a:bodyPr>
          <a:lstStyle/>
          <a:p>
            <a:pPr>
              <a:lnSpc>
                <a:spcPct val="125000"/>
              </a:lnSpc>
              <a:spcAft>
                <a:spcPts val="1000"/>
              </a:spcAft>
            </a:pPr>
            <a:r>
              <a:rPr sz="1800" b="0">
                <a:solidFill>
                  <a:srgbClr val="1C3177"/>
                </a:solidFill>
                <a:latin typeface="Yu Gothic"/>
                <a:ea typeface="Yu Gothic"/>
                <a:cs typeface="Yu Gothic"/>
              </a:rPr>
              <a:t>イオン化と再結合はどちらも σ</a:t>
            </a:r>
            <a:r>
              <a:rPr sz="1800" b="0" baseline="-25000">
                <a:solidFill>
                  <a:srgbClr val="1C3177"/>
                </a:solidFill>
                <a:latin typeface="Yu Gothic"/>
                <a:ea typeface="Yu Gothic"/>
                <a:cs typeface="Yu Gothic"/>
              </a:rPr>
              <a:t>abs</a:t>
            </a:r>
            <a:r>
              <a:rPr sz="1800" b="0">
                <a:solidFill>
                  <a:srgbClr val="1C3177"/>
                </a:solidFill>
                <a:latin typeface="Yu Gothic"/>
                <a:ea typeface="Yu Gothic"/>
                <a:cs typeface="Yu Gothic"/>
              </a:rPr>
              <a:t xml:space="preserve"> に比例し、f₋ から相殺する。f₋ は窓の中で </a:t>
            </a:r>
            <a:r>
              <a:rPr sz="1800" b="1">
                <a:solidFill>
                  <a:srgbClr val="1C3177"/>
                </a:solidFill>
                <a:latin typeface="Yu Gothic"/>
                <a:ea typeface="Yu Gothic"/>
                <a:cs typeface="Yu Gothic"/>
              </a:rPr>
              <a:t>0.2% しか動かない</a:t>
            </a:r>
            <a:r>
              <a:rPr sz="1800" b="0">
                <a:solidFill>
                  <a:srgbClr val="1C3177"/>
                </a:solidFill>
                <a:latin typeface="Yu Gothic"/>
                <a:ea typeface="Yu Gothic"/>
                <a:cs typeface="Yu Gothic"/>
              </a:rPr>
              <a:t>。</a:t>
            </a:r>
          </a:p>
          <a:p>
            <a:pPr>
              <a:lnSpc>
                <a:spcPct val="125000"/>
              </a:lnSpc>
              <a:spcAft>
                <a:spcPts val="1000"/>
              </a:spcAft>
            </a:pPr>
            <a:r>
              <a:rPr sz="1800" b="0">
                <a:solidFill>
                  <a:srgbClr val="1C3177"/>
                </a:solidFill>
                <a:latin typeface="Yu Gothic"/>
                <a:ea typeface="Yu Gothic"/>
                <a:cs typeface="Yu Gothic"/>
              </a:rPr>
              <a:t>最大の ±6.9 nm は測定値ではなく、</a:t>
            </a:r>
            <a:r>
              <a:rPr sz="1800" b="1">
                <a:solidFill>
                  <a:srgbClr val="1C3177"/>
                </a:solidFill>
                <a:latin typeface="Yu Gothic"/>
                <a:ea typeface="Yu Gothic"/>
                <a:cs typeface="Yu Gothic"/>
              </a:rPr>
              <a:t>我々の単一有効フォノン近似そのもの</a:t>
            </a:r>
            <a:r>
              <a:rPr sz="1800" b="0">
                <a:solidFill>
                  <a:srgbClr val="1C3177"/>
                </a:solidFill>
                <a:latin typeface="Yu Gothic"/>
                <a:ea typeface="Yu Gothic"/>
                <a:cs typeface="Yu Gothic"/>
              </a:rPr>
              <a:t>である。</a:t>
            </a:r>
          </a:p>
        </p:txBody>
      </p:sp>
      <p:sp>
        <p:nvSpPr>
          <p:cNvPr id="5" name="TextBox 4"/>
          <p:cNvSpPr txBox="1"/>
          <p:nvPr/>
        </p:nvSpPr>
        <p:spPr>
          <a:xfrm>
            <a:off x="502920" y="6327648"/>
            <a:ext cx="11192256" cy="411480"/>
          </a:xfrm>
          <a:prstGeom prst="rect">
            <a:avLst/>
          </a:prstGeom>
          <a:noFill/>
        </p:spPr>
        <p:txBody>
          <a:bodyPr wrap="square" lIns="0" rIns="0" tIns="0" bIns="0">
            <a:spAutoFit/>
          </a:bodyPr>
          <a:lstStyle/>
          <a:p>
            <a:pPr>
              <a:lnSpc>
                <a:spcPct val="125000"/>
              </a:lnSpc>
              <a:spcAft>
                <a:spcPts val="0"/>
              </a:spcAft>
            </a:pPr>
            <a:r>
              <a:rPr sz="1200" b="0">
                <a:solidFill>
                  <a:srgbClr val="6E7488"/>
                </a:solidFill>
                <a:latin typeface="Yu Gothic"/>
                <a:ea typeface="Yu Gothic"/>
                <a:cs typeface="Yu Gothic"/>
              </a:rPr>
              <a:t>K. O. Ho, C. Dailledouze et al., arXiv:2606.02399 (2026).</a:t>
            </a:r>
          </a:p>
        </p:txBody>
      </p:sp>
      <p:sp>
        <p:nvSpPr>
          <p:cNvPr id="90" name="BottomNote"/>
          <p:cNvSpPr txBox="1"/>
          <p:nvPr/>
        </p:nvSpPr>
        <p:spPr>
          <a:xfrm>
            <a:off x="502920" y="5650992"/>
            <a:ext cx="11192256" cy="566928"/>
          </a:xfrm>
          <a:prstGeom prst="rect">
            <a:avLst/>
          </a:prstGeom>
          <a:solidFill>
            <a:srgbClr val="1C3177"/>
          </a:solidFill>
        </p:spPr>
        <p:txBody>
          <a:bodyPr wrap="square" lIns="164592" rIns="164592" tIns="82296" bIns="82296" anchor="ctr">
            <a:spAutoFit/>
          </a:bodyPr>
          <a:lstStyle/>
          <a:p>
            <a:pPr>
              <a:lnSpc>
                <a:spcPct val="125000"/>
              </a:lnSpc>
              <a:spcAft>
                <a:spcPts val="0"/>
              </a:spcAft>
            </a:pPr>
            <a:r>
              <a:rPr sz="2000" b="0">
                <a:solidFill>
                  <a:srgbClr val="FFFFFF"/>
                </a:solidFill>
                <a:latin typeface="Yu Gothic"/>
                <a:ea typeface="Yu Gothic"/>
                <a:cs typeface="Yu Gothic"/>
              </a:rPr>
              <a:t>動かすのは光学入力 3 つだけで、</a:t>
            </a:r>
            <a:r>
              <a:rPr sz="2000" b="1">
                <a:solidFill>
                  <a:srgbClr val="FFFFFF"/>
                </a:solidFill>
                <a:latin typeface="Yu Gothic"/>
                <a:ea typeface="Yu Gothic"/>
                <a:cs typeface="Yu Gothic"/>
              </a:rPr>
              <a:t>校正でフィットする現象論定数は 1 つも λopt を動かさない</a:t>
            </a:r>
            <a:r>
              <a:rPr sz="2000" b="0">
                <a:solidFill>
                  <a:srgbClr val="FFFFFF"/>
                </a:solidFill>
                <a:latin typeface="Yu Gothic"/>
                <a:ea typeface="Yu Gothic"/>
                <a:cs typeface="Yu Gothic"/>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先行実験を再現し、73 GPa で符号が変わる</a:t>
            </a:r>
          </a:p>
        </p:txBody>
      </p:sp>
      <p:pic>
        <p:nvPicPr>
          <p:cNvPr id="3" name="Picture 2" descr="fig7_crossover.png"/>
          <p:cNvPicPr>
            <a:picLocks noChangeAspect="1"/>
          </p:cNvPicPr>
          <p:nvPr/>
        </p:nvPicPr>
        <p:blipFill>
          <a:blip r:embed="rId2"/>
          <a:stretch>
            <a:fillRect/>
          </a:stretch>
        </p:blipFill>
        <p:spPr>
          <a:xfrm>
            <a:off x="411480" y="1298448"/>
            <a:ext cx="7040880" cy="3931920"/>
          </a:xfrm>
          <a:prstGeom prst="rect">
            <a:avLst/>
          </a:prstGeom>
        </p:spPr>
      </p:pic>
      <p:sp>
        <p:nvSpPr>
          <p:cNvPr id="4" name="TextBox 3"/>
          <p:cNvSpPr txBox="1"/>
          <p:nvPr/>
        </p:nvSpPr>
        <p:spPr>
          <a:xfrm>
            <a:off x="7726679" y="1371600"/>
            <a:ext cx="3977639" cy="4160520"/>
          </a:xfrm>
          <a:prstGeom prst="rect">
            <a:avLst/>
          </a:prstGeom>
          <a:noFill/>
        </p:spPr>
        <p:txBody>
          <a:bodyPr wrap="square" lIns="0" rIns="0" tIns="0" bIns="0">
            <a:spAutoFit/>
          </a:bodyPr>
          <a:lstStyle/>
          <a:p>
            <a:pPr>
              <a:lnSpc>
                <a:spcPct val="125000"/>
              </a:lnSpc>
              <a:spcAft>
                <a:spcPts val="1000"/>
              </a:spcAft>
            </a:pPr>
            <a:r>
              <a:rPr sz="1800" b="0">
                <a:solidFill>
                  <a:srgbClr val="1C3177"/>
                </a:solidFill>
                <a:latin typeface="Yu Gothic"/>
                <a:ea typeface="Yu Gothic"/>
                <a:cs typeface="Yu Gothic"/>
              </a:rPr>
              <a:t xml:space="preserve">較正は Dai 2022 の 3 点だけ。0–150 GPa・4 波長を </a:t>
            </a:r>
            <a:r>
              <a:rPr sz="1800" b="1">
                <a:solidFill>
                  <a:srgbClr val="1C3177"/>
                </a:solidFill>
                <a:latin typeface="Yu Gothic"/>
                <a:ea typeface="Yu Gothic"/>
                <a:cs typeface="Yu Gothic"/>
              </a:rPr>
              <a:t>26/26 再現</a:t>
            </a:r>
            <a:r>
              <a:rPr sz="1800" b="0">
                <a:solidFill>
                  <a:srgbClr val="1C3177"/>
                </a:solidFill>
                <a:latin typeface="Yu Gothic"/>
                <a:ea typeface="Yu Gothic"/>
                <a:cs typeface="Yu Gothic"/>
              </a:rPr>
              <a:t>する。</a:t>
            </a:r>
          </a:p>
          <a:p>
            <a:pPr>
              <a:lnSpc>
                <a:spcPct val="125000"/>
              </a:lnSpc>
              <a:spcAft>
                <a:spcPts val="1000"/>
              </a:spcAft>
            </a:pPr>
            <a:r>
              <a:rPr sz="1800" b="0">
                <a:solidFill>
                  <a:srgbClr val="1C3177"/>
                </a:solidFill>
                <a:latin typeface="Yu Gothic"/>
                <a:ea typeface="Yu Gothic"/>
                <a:cs typeface="Yu Gothic"/>
              </a:rPr>
              <a:t>波長依存の系統誤差は圧力に依らない。比が 1 を横切る位置は作れない。</a:t>
            </a:r>
          </a:p>
          <a:p>
            <a:pPr>
              <a:lnSpc>
                <a:spcPct val="125000"/>
              </a:lnSpc>
              <a:spcAft>
                <a:spcPts val="1000"/>
              </a:spcAft>
            </a:pPr>
            <a:r>
              <a:rPr sz="1800" b="1">
                <a:solidFill>
                  <a:srgbClr val="1C3177"/>
                </a:solidFill>
                <a:latin typeface="Yu Gothic"/>
                <a:ea typeface="Yu Gothic"/>
                <a:cs typeface="Yu Gothic"/>
              </a:rPr>
              <a:t>これが本研究を反証する測定である。</a:t>
            </a:r>
          </a:p>
        </p:txBody>
      </p:sp>
      <p:sp>
        <p:nvSpPr>
          <p:cNvPr id="5" name="TextBox 4"/>
          <p:cNvSpPr txBox="1"/>
          <p:nvPr/>
        </p:nvSpPr>
        <p:spPr>
          <a:xfrm>
            <a:off x="502920" y="6327648"/>
            <a:ext cx="11192256" cy="411480"/>
          </a:xfrm>
          <a:prstGeom prst="rect">
            <a:avLst/>
          </a:prstGeom>
          <a:noFill/>
        </p:spPr>
        <p:txBody>
          <a:bodyPr wrap="square" lIns="0" rIns="0" tIns="0" bIns="0">
            <a:spAutoFit/>
          </a:bodyPr>
          <a:lstStyle/>
          <a:p>
            <a:pPr>
              <a:lnSpc>
                <a:spcPct val="125000"/>
              </a:lnSpc>
              <a:spcAft>
                <a:spcPts val="0"/>
              </a:spcAft>
            </a:pPr>
            <a:r>
              <a:rPr sz="1200" b="0">
                <a:solidFill>
                  <a:srgbClr val="6E7488"/>
                </a:solidFill>
                <a:latin typeface="Yu Gothic"/>
                <a:ea typeface="Yu Gothic"/>
                <a:cs typeface="Yu Gothic"/>
              </a:rPr>
              <a:t>Bhattacharyya, PhD thesis (2022) Sec. 6.3; Dai et al., CPL 39, 117601 (2022); Hilberer et al., PRB 107, L220102 (2023).</a:t>
            </a:r>
          </a:p>
        </p:txBody>
      </p:sp>
      <p:sp>
        <p:nvSpPr>
          <p:cNvPr id="90" name="BottomNote"/>
          <p:cNvSpPr txBox="1"/>
          <p:nvPr/>
        </p:nvSpPr>
        <p:spPr>
          <a:xfrm>
            <a:off x="502920" y="5650992"/>
            <a:ext cx="11192256" cy="566928"/>
          </a:xfrm>
          <a:prstGeom prst="rect">
            <a:avLst/>
          </a:prstGeom>
          <a:solidFill>
            <a:srgbClr val="1C3177"/>
          </a:solidFill>
        </p:spPr>
        <p:txBody>
          <a:bodyPr wrap="square" lIns="164592" rIns="164592" tIns="82296" bIns="82296" anchor="ctr">
            <a:spAutoFit/>
          </a:bodyPr>
          <a:lstStyle/>
          <a:p>
            <a:pPr>
              <a:lnSpc>
                <a:spcPct val="125000"/>
              </a:lnSpc>
              <a:spcAft>
                <a:spcPts val="0"/>
              </a:spcAft>
            </a:pPr>
            <a:r>
              <a:rPr sz="2000" b="0">
                <a:solidFill>
                  <a:srgbClr val="FFFFFF"/>
                </a:solidFill>
                <a:latin typeface="Yu Gothic"/>
                <a:ea typeface="Yu Gothic"/>
                <a:cs typeface="Yu Gothic"/>
              </a:rPr>
              <a:t>50 GPa の既報が</a:t>
            </a:r>
            <a:r>
              <a:rPr sz="2000" b="1">
                <a:solidFill>
                  <a:srgbClr val="FFFFFF"/>
                </a:solidFill>
                <a:latin typeface="Yu Gothic"/>
                <a:ea typeface="Yu Gothic"/>
                <a:cs typeface="Yu Gothic"/>
              </a:rPr>
              <a:t>青の優位を見つけなかったこと自体</a:t>
            </a:r>
            <a:r>
              <a:rPr sz="2000" b="0">
                <a:solidFill>
                  <a:srgbClr val="FFFFFF"/>
                </a:solidFill>
                <a:latin typeface="Yu Gothic"/>
                <a:ea typeface="Yu Gothic"/>
                <a:cs typeface="Yu Gothic"/>
              </a:rPr>
              <a:t>が、モデルの再現になっている。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473 nm が成り立つ条件、成り立たない条件</a:t>
            </a:r>
          </a:p>
        </p:txBody>
      </p:sp>
      <p:graphicFrame>
        <p:nvGraphicFramePr>
          <p:cNvPr id="3" name="Table 2"/>
          <p:cNvGraphicFramePr>
            <a:graphicFrameLocks noGrp="1"/>
          </p:cNvGraphicFramePr>
          <p:nvPr/>
        </p:nvGraphicFramePr>
        <p:xfrm>
          <a:off x="502920" y="1234440"/>
          <a:ext cx="11155680" cy="3566160"/>
        </p:xfrm>
        <a:graphic>
          <a:graphicData uri="http://schemas.openxmlformats.org/drawingml/2006/table">
            <a:tbl>
              <a:tblPr firstRow="1">
                <a:tableStyleId>{5C22544A-7EE6-4342-B048-85BDC9FD1C3A}</a:tableStyleId>
              </a:tblPr>
              <a:tblGrid>
                <a:gridCol w="1188720"/>
                <a:gridCol w="3200400"/>
                <a:gridCol w="6766560"/>
              </a:tblGrid>
              <a:tr h="713232">
                <a:tc>
                  <a:txBody>
                    <a:bodyPr wrap="square"/>
                    <a:lstStyle/>
                    <a:p>
                      <a:r>
                        <a:rPr sz="1800" b="1">
                          <a:solidFill>
                            <a:srgbClr val="FFFFFF"/>
                          </a:solidFill>
                          <a:latin typeface="Yu Gothic"/>
                          <a:ea typeface="Yu Gothic"/>
                          <a:cs typeface="Yu Gothic"/>
                        </a:rPr>
                        <a:t>境界</a:t>
                      </a:r>
                    </a:p>
                  </a:txBody>
                  <a:tcPr anchor="ctr" marL="73152" marR="73152" marT="36576" marB="36576">
                    <a:solidFill>
                      <a:srgbClr val="1C3177"/>
                    </a:solidFill>
                  </a:tcPr>
                </a:tc>
                <a:tc>
                  <a:txBody>
                    <a:bodyPr wrap="square"/>
                    <a:lstStyle/>
                    <a:p>
                      <a:r>
                        <a:rPr sz="1800" b="1">
                          <a:solidFill>
                            <a:srgbClr val="FFFFFF"/>
                          </a:solidFill>
                          <a:latin typeface="Yu Gothic"/>
                          <a:ea typeface="Yu Gothic"/>
                          <a:cs typeface="Yu Gothic"/>
                        </a:rPr>
                        <a:t>条件</a:t>
                      </a:r>
                    </a:p>
                  </a:txBody>
                  <a:tcPr anchor="ctr" marL="73152" marR="73152" marT="36576" marB="36576">
                    <a:solidFill>
                      <a:srgbClr val="1C3177"/>
                    </a:solidFill>
                  </a:tcPr>
                </a:tc>
                <a:tc>
                  <a:txBody>
                    <a:bodyPr wrap="square"/>
                    <a:lstStyle/>
                    <a:p>
                      <a:r>
                        <a:rPr sz="1800" b="1">
                          <a:solidFill>
                            <a:srgbClr val="FFFFFF"/>
                          </a:solidFill>
                          <a:latin typeface="Yu Gothic"/>
                          <a:ea typeface="Yu Gothic"/>
                          <a:cs typeface="Yu Gothic"/>
                        </a:rPr>
                        <a:t>外れたとき</a:t>
                      </a:r>
                    </a:p>
                  </a:txBody>
                  <a:tcPr anchor="ctr" marL="73152" marR="73152" marT="36576" marB="36576">
                    <a:solidFill>
                      <a:srgbClr val="1C3177"/>
                    </a:solidFill>
                  </a:tcPr>
                </a:tc>
              </a:tr>
              <a:tr h="713232">
                <a:tc>
                  <a:txBody>
                    <a:bodyPr wrap="square"/>
                    <a:lstStyle/>
                    <a:p>
                      <a:r>
                        <a:rPr sz="1800" b="0">
                          <a:solidFill>
                            <a:srgbClr val="1C3177"/>
                          </a:solidFill>
                          <a:latin typeface="Yu Gothic"/>
                          <a:ea typeface="Yu Gothic"/>
                          <a:cs typeface="Yu Gothic"/>
                        </a:rPr>
                        <a:t>応力</a:t>
                      </a:r>
                    </a:p>
                  </a:txBody>
                  <a:tcPr anchor="ctr" marL="73152" marR="73152" marT="36576" marB="36576">
                    <a:noFill/>
                  </a:tcPr>
                </a:tc>
                <a:tc>
                  <a:txBody>
                    <a:bodyPr wrap="square"/>
                    <a:lstStyle/>
                    <a:p>
                      <a:r>
                        <a:rPr sz="1800" b="0">
                          <a:solidFill>
                            <a:srgbClr val="1C3177"/>
                          </a:solidFill>
                          <a:latin typeface="Yu Gothic"/>
                          <a:ea typeface="Yu Gothic"/>
                          <a:cs typeface="Yu Gothic"/>
                        </a:rPr>
                        <a:t>準静水圧 (micropillar, α ≈ 0.95)</a:t>
                      </a:r>
                    </a:p>
                  </a:txBody>
                  <a:tcPr anchor="ctr" marL="73152" marR="73152" marT="36576" marB="36576">
                    <a:noFill/>
                  </a:tcPr>
                </a:tc>
                <a:tc>
                  <a:txBody>
                    <a:bodyPr wrap="square"/>
                    <a:lstStyle/>
                    <a:p>
                      <a:r>
                        <a:rPr sz="1800" b="0">
                          <a:solidFill>
                            <a:srgbClr val="1C3177"/>
                          </a:solidFill>
                          <a:latin typeface="Yu Gothic"/>
                          <a:ea typeface="Yu Gothic"/>
                          <a:cs typeface="Yu Gothic"/>
                        </a:rPr>
                        <a:t>平坦キュレット (α = 0.56) なら 510 nm。その形状は 40–50 GPa で ODMR コントラストを失う — micropillar は前提条件</a:t>
                      </a:r>
                    </a:p>
                  </a:txBody>
                  <a:tcPr anchor="ctr" marL="73152" marR="73152" marT="36576" marB="36576">
                    <a:noFill/>
                  </a:tcPr>
                </a:tc>
              </a:tr>
              <a:tr h="713232">
                <a:tc>
                  <a:txBody>
                    <a:bodyPr wrap="square"/>
                    <a:lstStyle/>
                    <a:p>
                      <a:r>
                        <a:rPr sz="1800" b="0">
                          <a:solidFill>
                            <a:srgbClr val="1C3177"/>
                          </a:solidFill>
                          <a:latin typeface="Yu Gothic"/>
                          <a:ea typeface="Yu Gothic"/>
                          <a:cs typeface="Yu Gothic"/>
                        </a:rPr>
                        <a:t>圧力</a:t>
                      </a:r>
                    </a:p>
                  </a:txBody>
                  <a:tcPr anchor="ctr" marL="73152" marR="73152" marT="36576" marB="36576">
                    <a:noFill/>
                  </a:tcPr>
                </a:tc>
                <a:tc>
                  <a:txBody>
                    <a:bodyPr wrap="square"/>
                    <a:lstStyle/>
                    <a:p>
                      <a:r>
                        <a:rPr sz="1800" b="0">
                          <a:solidFill>
                            <a:srgbClr val="1C3177"/>
                          </a:solidFill>
                          <a:latin typeface="Yu Gothic"/>
                          <a:ea typeface="Yu Gothic"/>
                          <a:cs typeface="Yu Gothic"/>
                        </a:rPr>
                        <a:t>約 73 GPa 以上</a:t>
                      </a:r>
                    </a:p>
                  </a:txBody>
                  <a:tcPr anchor="ctr" marL="73152" marR="73152" marT="36576" marB="36576">
                    <a:noFill/>
                  </a:tcPr>
                </a:tc>
                <a:tc>
                  <a:txBody>
                    <a:bodyPr wrap="square"/>
                    <a:lstStyle/>
                    <a:p>
                      <a:r>
                        <a:rPr sz="1800" b="0">
                          <a:solidFill>
                            <a:srgbClr val="1C3177"/>
                          </a:solidFill>
                          <a:latin typeface="Yu Gothic"/>
                          <a:ea typeface="Yu Gothic"/>
                          <a:cs typeface="Yu Gothic"/>
                        </a:rPr>
                        <a:t>それ以下では緑が有利。推奨が反転する</a:t>
                      </a:r>
                    </a:p>
                  </a:txBody>
                  <a:tcPr anchor="ctr" marL="73152" marR="73152" marT="36576" marB="36576">
                    <a:noFill/>
                  </a:tcPr>
                </a:tc>
              </a:tr>
              <a:tr h="713232">
                <a:tc>
                  <a:txBody>
                    <a:bodyPr wrap="square"/>
                    <a:lstStyle/>
                    <a:p>
                      <a:r>
                        <a:rPr sz="1800" b="0">
                          <a:solidFill>
                            <a:srgbClr val="1C3177"/>
                          </a:solidFill>
                          <a:latin typeface="Yu Gothic"/>
                          <a:ea typeface="Yu Gothic"/>
                          <a:cs typeface="Yu Gothic"/>
                        </a:rPr>
                        <a:t>パワー</a:t>
                      </a:r>
                    </a:p>
                  </a:txBody>
                  <a:tcPr anchor="ctr" marL="73152" marR="73152" marT="36576" marB="36576">
                    <a:noFill/>
                  </a:tcPr>
                </a:tc>
                <a:tc>
                  <a:txBody>
                    <a:bodyPr wrap="square"/>
                    <a:lstStyle/>
                    <a:p>
                      <a:r>
                        <a:rPr sz="1800" b="0">
                          <a:solidFill>
                            <a:srgbClr val="1C3177"/>
                          </a:solidFill>
                          <a:latin typeface="Yu Gothic"/>
                          <a:ea typeface="Yu Gothic"/>
                          <a:cs typeface="Yu Gothic"/>
                        </a:rPr>
                        <a:t>低励起 (u ≲ 0.1)</a:t>
                      </a:r>
                    </a:p>
                  </a:txBody>
                  <a:tcPr anchor="ctr" marL="73152" marR="73152" marT="36576" marB="36576">
                    <a:noFill/>
                  </a:tcPr>
                </a:tc>
                <a:tc>
                  <a:txBody>
                    <a:bodyPr wrap="square"/>
                    <a:lstStyle/>
                    <a:p>
                      <a:r>
                        <a:rPr sz="1800" b="0">
                          <a:solidFill>
                            <a:srgbClr val="1C3177"/>
                          </a:solidFill>
                          <a:latin typeface="Yu Gothic"/>
                          <a:ea typeface="Yu Gothic"/>
                          <a:cs typeface="Yu Gothic"/>
                        </a:rPr>
                        <a:t>未校正（前ページ）。u = 0.3 では最適が 447 nm へ動き、473 nm 固定は ×1.51</a:t>
                      </a:r>
                    </a:p>
                  </a:txBody>
                  <a:tcPr anchor="ctr" marL="73152" marR="73152" marT="36576" marB="36576">
                    <a:noFill/>
                  </a:tcPr>
                </a:tc>
              </a:tr>
              <a:tr h="713232">
                <a:tc>
                  <a:txBody>
                    <a:bodyPr wrap="square"/>
                    <a:lstStyle/>
                    <a:p>
                      <a:r>
                        <a:rPr sz="1800" b="0">
                          <a:solidFill>
                            <a:srgbClr val="1C3177"/>
                          </a:solidFill>
                          <a:latin typeface="Yu Gothic"/>
                          <a:ea typeface="Yu Gothic"/>
                          <a:cs typeface="Yu Gothic"/>
                        </a:rPr>
                        <a:t>アンビル</a:t>
                      </a:r>
                    </a:p>
                  </a:txBody>
                  <a:tcPr anchor="ctr" marL="73152" marR="73152" marT="36576" marB="36576">
                    <a:noFill/>
                  </a:tcPr>
                </a:tc>
                <a:tc>
                  <a:txBody>
                    <a:bodyPr wrap="square"/>
                    <a:lstStyle/>
                    <a:p>
                      <a:r>
                        <a:rPr sz="1800" b="0">
                          <a:solidFill>
                            <a:srgbClr val="1C3177"/>
                          </a:solidFill>
                          <a:latin typeface="Yu Gothic"/>
                          <a:ea typeface="Yu Gothic"/>
                          <a:cs typeface="Yu Gothic"/>
                        </a:rPr>
                        <a:t>低窒素アンビルへのイオン注入</a:t>
                      </a:r>
                    </a:p>
                  </a:txBody>
                  <a:tcPr anchor="ctr" marL="73152" marR="73152" marT="36576" marB="36576">
                    <a:noFill/>
                  </a:tcPr>
                </a:tc>
                <a:tc>
                  <a:txBody>
                    <a:bodyPr wrap="square"/>
                    <a:lstStyle/>
                    <a:p>
                      <a:r>
                        <a:rPr sz="1800" b="0">
                          <a:solidFill>
                            <a:srgbClr val="1C3177"/>
                          </a:solidFill>
                          <a:latin typeface="Yu Gothic"/>
                          <a:ea typeface="Yu Gothic"/>
                          <a:cs typeface="Yu Gothic"/>
                        </a:rPr>
                        <a:t>type Ib バルクは 500 nm 以下を強く吸収し、青を送れない</a:t>
                      </a:r>
                    </a:p>
                  </a:txBody>
                  <a:tcPr anchor="ctr" marL="73152" marR="73152" marT="36576" marB="36576">
                    <a:noFill/>
                  </a:tcPr>
                </a:tc>
              </a:tr>
            </a:tbl>
          </a:graphicData>
        </a:graphic>
      </p:graphicFrame>
      <p:sp>
        <p:nvSpPr>
          <p:cNvPr id="4" name="TextBox 3"/>
          <p:cNvSpPr txBox="1"/>
          <p:nvPr/>
        </p:nvSpPr>
        <p:spPr>
          <a:xfrm>
            <a:off x="502920" y="5074920"/>
            <a:ext cx="11155680" cy="1005840"/>
          </a:xfrm>
          <a:prstGeom prst="rect">
            <a:avLst/>
          </a:prstGeom>
          <a:noFill/>
        </p:spPr>
        <p:txBody>
          <a:bodyPr wrap="square" lIns="0" rIns="0" tIns="0" bIns="0">
            <a:spAutoFit/>
          </a:bodyPr>
          <a:lstStyle/>
          <a:p>
            <a:pPr>
              <a:lnSpc>
                <a:spcPct val="125000"/>
              </a:lnSpc>
              <a:spcAft>
                <a:spcPts val="1000"/>
              </a:spcAft>
            </a:pPr>
            <a:r>
              <a:rPr sz="1800" b="0">
                <a:solidFill>
                  <a:srgbClr val="1C3177"/>
                </a:solidFill>
                <a:latin typeface="Yu Gothic"/>
                <a:ea typeface="Yu Gothic"/>
                <a:cs typeface="Yu Gothic"/>
              </a:rPr>
              <a:t>検出帯も ZPL とともに動く。常圧のパスバンドは 120 GPa で発光の 26% しか拾わない。青励起にして初めてカットオンも動かせ、×1.6 が上乗せされる — 合計 ×4。</a:t>
            </a:r>
          </a:p>
          <a:p>
            <a:pPr>
              <a:lnSpc>
                <a:spcPct val="125000"/>
              </a:lnSpc>
              <a:spcAft>
                <a:spcPts val="1000"/>
              </a:spcAft>
            </a:pPr>
            <a:r>
              <a:rPr sz="1800" b="1">
                <a:solidFill>
                  <a:srgbClr val="1C3177"/>
                </a:solidFill>
                <a:latin typeface="Yu Gothic"/>
                <a:ea typeface="Yu Gothic"/>
                <a:cs typeface="Yu Gothic"/>
              </a:rPr>
              <a:t>120 GPa では 532 nm を 473 nm DPSS に替える。同じ磁気マップが 1/6 の時間で撮れる。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最適波長はパワーで青へ動く — ここは未校正である</a:t>
            </a:r>
          </a:p>
        </p:txBody>
      </p:sp>
      <p:pic>
        <p:nvPicPr>
          <p:cNvPr id="3" name="Picture 2" descr="fig8_power.png"/>
          <p:cNvPicPr>
            <a:picLocks noChangeAspect="1"/>
          </p:cNvPicPr>
          <p:nvPr/>
        </p:nvPicPr>
        <p:blipFill>
          <a:blip r:embed="rId2"/>
          <a:stretch>
            <a:fillRect/>
          </a:stretch>
        </p:blipFill>
        <p:spPr>
          <a:xfrm>
            <a:off x="411480" y="1298448"/>
            <a:ext cx="7040880" cy="3931920"/>
          </a:xfrm>
          <a:prstGeom prst="rect">
            <a:avLst/>
          </a:prstGeom>
        </p:spPr>
      </p:pic>
      <p:sp>
        <p:nvSpPr>
          <p:cNvPr id="4" name="TextBox 3"/>
          <p:cNvSpPr txBox="1"/>
          <p:nvPr/>
        </p:nvSpPr>
        <p:spPr>
          <a:xfrm>
            <a:off x="7726679" y="1371600"/>
            <a:ext cx="3977639" cy="4160520"/>
          </a:xfrm>
          <a:prstGeom prst="rect">
            <a:avLst/>
          </a:prstGeom>
          <a:noFill/>
        </p:spPr>
        <p:txBody>
          <a:bodyPr wrap="square" lIns="0" rIns="0" tIns="0" bIns="0">
            <a:spAutoFit/>
          </a:bodyPr>
          <a:lstStyle/>
          <a:p>
            <a:pPr>
              <a:lnSpc>
                <a:spcPct val="125000"/>
              </a:lnSpc>
              <a:spcAft>
                <a:spcPts val="1000"/>
              </a:spcAft>
            </a:pPr>
            <a:r>
              <a:rPr sz="1800" b="1">
                <a:solidFill>
                  <a:srgbClr val="1C3177"/>
                </a:solidFill>
                <a:latin typeface="Yu Gothic"/>
                <a:ea typeface="Yu Gothic"/>
                <a:cs typeface="Yu Gothic"/>
              </a:rPr>
              <a:t>向き</a:t>
            </a:r>
            <a:r>
              <a:rPr sz="1800" b="0">
                <a:solidFill>
                  <a:srgbClr val="1C3177"/>
                </a:solidFill>
                <a:latin typeface="Yu Gothic"/>
                <a:ea typeface="Yu Gothic"/>
                <a:cs typeface="Yu Gothic"/>
              </a:rPr>
              <a:t>は 250 ドロー全部で一致するが、</a:t>
            </a:r>
            <a:r>
              <a:rPr sz="1800" b="1">
                <a:solidFill>
                  <a:srgbClr val="1C3177"/>
                </a:solidFill>
                <a:latin typeface="Yu Gothic"/>
                <a:ea typeface="Yu Gothic"/>
                <a:cs typeface="Yu Gothic"/>
              </a:rPr>
              <a:t>量は校正前のシナリオである</a:t>
            </a:r>
            <a:r>
              <a:rPr sz="1800" b="0">
                <a:solidFill>
                  <a:srgbClr val="1C3177"/>
                </a:solidFill>
                <a:latin typeface="Yu Gothic"/>
                <a:ea typeface="Yu Gothic"/>
                <a:cs typeface="Yu Gothic"/>
              </a:rPr>
              <a:t>。</a:t>
            </a:r>
          </a:p>
          <a:p>
            <a:pPr>
              <a:lnSpc>
                <a:spcPct val="125000"/>
              </a:lnSpc>
              <a:spcAft>
                <a:spcPts val="1000"/>
              </a:spcAft>
            </a:pPr>
            <a:r>
              <a:rPr sz="1800" b="1">
                <a:solidFill>
                  <a:srgbClr val="1C3177"/>
                </a:solidFill>
                <a:latin typeface="Yu Gothic"/>
                <a:ea typeface="Yu Gothic"/>
                <a:cs typeface="Yu Gothic"/>
              </a:rPr>
              <a:t>次の一手：473 nm 単色でパワー掃引 1 本。</a:t>
            </a:r>
            <a:r>
              <a:rPr sz="1800" b="0">
                <a:solidFill>
                  <a:srgbClr val="1C3177"/>
                </a:solidFill>
                <a:latin typeface="Yu Gothic"/>
                <a:ea typeface="Yu Gothic"/>
                <a:cs typeface="Yu Gothic"/>
              </a:rPr>
              <a:t>R(I) の線形離脱点が「低励起」を実パワーに換算する。</a:t>
            </a:r>
          </a:p>
        </p:txBody>
      </p:sp>
      <p:sp>
        <p:nvSpPr>
          <p:cNvPr id="5" name="TextBox 4"/>
          <p:cNvSpPr txBox="1"/>
          <p:nvPr/>
        </p:nvSpPr>
        <p:spPr>
          <a:xfrm>
            <a:off x="502920" y="6327648"/>
            <a:ext cx="11192256" cy="411480"/>
          </a:xfrm>
          <a:prstGeom prst="rect">
            <a:avLst/>
          </a:prstGeom>
          <a:noFill/>
        </p:spPr>
        <p:txBody>
          <a:bodyPr wrap="square" lIns="0" rIns="0" tIns="0" bIns="0">
            <a:spAutoFit/>
          </a:bodyPr>
          <a:lstStyle/>
          <a:p>
            <a:pPr>
              <a:lnSpc>
                <a:spcPct val="125000"/>
              </a:lnSpc>
              <a:spcAft>
                <a:spcPts val="0"/>
              </a:spcAft>
            </a:pPr>
            <a:r>
              <a:rPr sz="1200" b="0">
                <a:solidFill>
                  <a:srgbClr val="6E7488"/>
                </a:solidFill>
                <a:latin typeface="Yu Gothic"/>
                <a:ea typeface="Yu Gothic"/>
                <a:cs typeface="Yu Gothic"/>
              </a:rPr>
              <a:t>J.-H. Dai et al., Chin. Phys. Lett. 39, 117601 (2022).</a:t>
            </a:r>
          </a:p>
        </p:txBody>
      </p:sp>
      <p:sp>
        <p:nvSpPr>
          <p:cNvPr id="90" name="BottomNote"/>
          <p:cNvSpPr txBox="1"/>
          <p:nvPr/>
        </p:nvSpPr>
        <p:spPr>
          <a:xfrm>
            <a:off x="502920" y="5650992"/>
            <a:ext cx="11192256" cy="566928"/>
          </a:xfrm>
          <a:prstGeom prst="rect">
            <a:avLst/>
          </a:prstGeom>
          <a:solidFill>
            <a:srgbClr val="1C3177"/>
          </a:solidFill>
        </p:spPr>
        <p:txBody>
          <a:bodyPr wrap="square" lIns="164592" rIns="164592" tIns="82296" bIns="82296" anchor="ctr">
            <a:spAutoFit/>
          </a:bodyPr>
          <a:lstStyle/>
          <a:p>
            <a:pPr>
              <a:lnSpc>
                <a:spcPct val="125000"/>
              </a:lnSpc>
              <a:spcAft>
                <a:spcPts val="0"/>
              </a:spcAft>
            </a:pPr>
            <a:r>
              <a:rPr sz="2000" b="0">
                <a:solidFill>
                  <a:srgbClr val="FFFFFF"/>
                </a:solidFill>
                <a:latin typeface="Yu Gothic"/>
                <a:ea typeface="Yu Gothic"/>
                <a:cs typeface="Yu Gothic"/>
              </a:rPr>
              <a:t>既存実験がいる u ≲ 0.3 では 473 nm 固定が ×1.51 になり、</a:t>
            </a:r>
            <a:r>
              <a:rPr sz="2000" b="1">
                <a:solidFill>
                  <a:srgbClr val="FFFFFF"/>
                </a:solidFill>
                <a:latin typeface="Yu Gothic"/>
                <a:ea typeface="Yu Gothic"/>
                <a:cs typeface="Yu Gothic"/>
              </a:rPr>
              <a:t>緑への ×2.5 の大半を食う</a:t>
            </a:r>
            <a:r>
              <a:rPr sz="2000" b="0">
                <a:solidFill>
                  <a:srgbClr val="FFFFFF"/>
                </a:solidFill>
                <a:latin typeface="Yu Gothic"/>
                <a:ea typeface="Yu Gothic"/>
                <a:cs typeface="Yu Gothic"/>
              </a:rPr>
              <a:t>。</a:t>
            </a:r>
          </a:p>
        </p:txBody>
      </p:sp>
    </p:spTree>
  </p:cSld>
  <p:clrMapOvr>
    <a:masterClrMapping/>
  </p:clrMapOvr>
</p:sld>
</file>

<file path=ppt/theme/theme1.xml><?xml version="1.0" encoding="utf-8"?>
<a:theme xmlns:a="http://schemas.openxmlformats.org/drawingml/2006/main" name="Office テーマ">
  <a:themeElements>
    <a:clrScheme name="ユーザー定義 1">
      <a:dk1>
        <a:srgbClr val="000000"/>
      </a:dk1>
      <a:lt1>
        <a:srgbClr val="FFFFFF"/>
      </a:lt1>
      <a:dk2>
        <a:srgbClr val="1C3077"/>
      </a:dk2>
      <a:lt2>
        <a:srgbClr val="7F96C2"/>
      </a:lt2>
      <a:accent1>
        <a:srgbClr val="E97979"/>
      </a:accent1>
      <a:accent2>
        <a:srgbClr val="F8A088"/>
      </a:accent2>
      <a:accent3>
        <a:srgbClr val="EDC669"/>
      </a:accent3>
      <a:accent4>
        <a:srgbClr val="81BD5F"/>
      </a:accent4>
      <a:accent5>
        <a:srgbClr val="59A36C"/>
      </a:accent5>
      <a:accent6>
        <a:srgbClr val="999999"/>
      </a:accent6>
      <a:hlink>
        <a:srgbClr val="707070"/>
      </a:hlink>
      <a:folHlink>
        <a:srgbClr val="999999"/>
      </a:folHlink>
    </a:clrScheme>
    <a:fontScheme name="Office テーマ">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ormAutofit/>
      </a:bodyPr>
      <a:lstStyle>
        <a:defPPr marL="0" marR="0" indent="0" algn="l" defTabSz="914400" rtl="0" eaLnBrk="1" fontAlgn="auto" latinLnBrk="0" hangingPunct="1">
          <a:lnSpc>
            <a:spcPct val="110000"/>
          </a:lnSpc>
          <a:spcBef>
            <a:spcPts val="1000"/>
          </a:spcBef>
          <a:spcAft>
            <a:spcPts val="0"/>
          </a:spcAft>
          <a:buClrTx/>
          <a:buSzTx/>
          <a:buFontTx/>
          <a:buNone/>
          <a:tabLst/>
          <a:defRPr kumimoji="1" sz="1600" b="0" i="0" u="none" strike="noStrike" kern="1200" cap="none" spc="0" normalizeH="0" noProof="0" dirty="0">
            <a:ln>
              <a:noFill/>
            </a:ln>
            <a:solidFill>
              <a:sysClr val="windowText" lastClr="000000"/>
            </a:solidFill>
            <a:effectLst/>
            <a:uLnTx/>
            <a:uFillTx/>
            <a:latin typeface="Hind" panose="02000000000000000000" pitchFamily="2" charset="0"/>
            <a:ea typeface="Noto Sans JP" panose="020B0200000000000000" pitchFamily="34" charset="-128"/>
            <a:cs typeface="+mn-cs"/>
          </a:defRPr>
        </a:defPPr>
      </a:lstStyle>
    </a:txDef>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125</TotalTime>
  <Words>848</Words>
  <Application>Microsoft Office PowerPoint</Application>
  <PresentationFormat>ワイド画面</PresentationFormat>
  <Paragraphs>220</Paragraphs>
  <Slides>48</Slides>
  <Notes>2</Notes>
  <HiddenSlides>0</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48</vt:i4>
      </vt:variant>
    </vt:vector>
  </HeadingPairs>
  <TitlesOfParts>
    <vt:vector size="57" baseType="lpstr">
      <vt:lpstr>Microsoft YaHei</vt:lpstr>
      <vt:lpstr>Noto Sans JP</vt:lpstr>
      <vt:lpstr>Yu Gothic Medium</vt:lpstr>
      <vt:lpstr>Yu Gothic</vt:lpstr>
      <vt:lpstr>Yu Gothic</vt:lpstr>
      <vt:lpstr>游ゴシック Medium</vt:lpstr>
      <vt:lpstr>Arial</vt:lpstr>
      <vt:lpstr>Calibri</vt:lpstr>
      <vt:lpstr>Office テーマ</vt:lpstr>
      <vt:lpstr>Science Tokyo パワーポイントテンプレート</vt:lpstr>
      <vt:lpstr>パワーポイントテンプレート構成</vt:lpstr>
      <vt:lpstr>1. 表紙＋中表紙（4パターン）　</vt:lpstr>
      <vt:lpstr>表紙＋中表紙</vt:lpstr>
      <vt:lpstr>PowerPoint プレゼンテーション</vt:lpstr>
      <vt:lpstr>A</vt:lpstr>
      <vt:lpstr>タイトルタイトル 游ゴシック/Bold</vt:lpstr>
      <vt:lpstr>タイトル　游ゴシック/Bold</vt:lpstr>
      <vt:lpstr>タイトル　游ゴシック/Bold</vt:lpstr>
      <vt:lpstr>PowerPoint プレゼンテーション</vt:lpstr>
      <vt:lpstr>B</vt:lpstr>
      <vt:lpstr>タイトルタイトル 游ゴシック/Bold</vt:lpstr>
      <vt:lpstr>タイトル　游ゴシック/Bold</vt:lpstr>
      <vt:lpstr>タイトル　游ゴシック/Bold</vt:lpstr>
      <vt:lpstr>PowerPoint プレゼンテーション</vt:lpstr>
      <vt:lpstr>C</vt:lpstr>
      <vt:lpstr>タイトルタイトル 游ゴシック/Bold</vt:lpstr>
      <vt:lpstr>タイトル タイトル 游ゴシック/Bold</vt:lpstr>
      <vt:lpstr>タイトル タイトル 游ゴシック/Bold</vt:lpstr>
      <vt:lpstr>PowerPoint プレゼンテーション</vt:lpstr>
      <vt:lpstr>D</vt:lpstr>
      <vt:lpstr>タイトルタイトル 游ゴシック/Bold</vt:lpstr>
      <vt:lpstr>タイトル　游ゴシック/Bold</vt:lpstr>
      <vt:lpstr>タイトル　游ゴシック/Bold</vt:lpstr>
      <vt:lpstr>2. 目次ページ（全パターン共通）</vt:lpstr>
      <vt:lpstr>目次　游ゴシック/Bold</vt:lpstr>
      <vt:lpstr>3. コンテンツページ（全パターン共通）</vt:lpstr>
      <vt:lpstr>コンテンツページ</vt:lpstr>
      <vt:lpstr>タイトル　游ゴシック/Bold</vt:lpstr>
      <vt:lpstr>タイトル　游ゴシック/Bold</vt:lpstr>
      <vt:lpstr>タイトル　游ゴシック/Bold</vt:lpstr>
      <vt:lpstr>タイトル　游ゴシック/Bold</vt:lpstr>
      <vt:lpstr>タイトル　游ゴシック/Bold</vt:lpstr>
      <vt:lpstr>タイトル　游ゴシック/Bold</vt:lpstr>
      <vt:lpstr>タイトル　游ゴシック/Bold</vt:lpstr>
      <vt:lpstr>タイトル　游ゴシック/Bold</vt:lpstr>
      <vt:lpstr>4. フォントについて　</vt:lpstr>
      <vt:lpstr>フォントについて</vt:lpstr>
      <vt:lpstr>5. カラーについて　</vt:lpstr>
      <vt:lpstr>カラーについて</vt:lpstr>
      <vt:lpstr>カラーについて</vt:lpstr>
      <vt:lpstr>6. 参考レイアウト例</vt:lpstr>
      <vt:lpstr>PowerPoint プレゼンテーション</vt:lpstr>
      <vt:lpstr>グラフ図表事例</vt:lpstr>
      <vt:lpstr>グラフ図表事例</vt:lpstr>
      <vt:lpstr>PowerPoint プレゼンテーション</vt:lpstr>
      <vt:lpstr>組織図表例</vt:lpstr>
      <vt:lpstr>組織図表例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Science Tokyo</dc:creator>
  <cp:lastModifiedBy>Science Tokyo広報課</cp:lastModifiedBy>
  <cp:revision>24</cp:revision>
  <dcterms:created xsi:type="dcterms:W3CDTF">2024-05-02T13:19:49Z</dcterms:created>
  <dcterms:modified xsi:type="dcterms:W3CDTF">2026-05-04T11:56:11Z</dcterms:modified>
</cp:coreProperties>
</file>