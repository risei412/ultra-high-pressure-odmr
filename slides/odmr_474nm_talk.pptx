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 autoCompressPictures="0">
  <p:sldMasterIdLst>
    <p:sldMasterId id="2147483688" r:id="rId1"/>
  </p:sldMasterIdLst>
  <p:notesMasterIdLst>
    <p:notesMasterId r:id="rId50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>
        <p15:guide id="1" orient="horz" pos="2880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12B2A"/>
    <a:srgbClr val="707070"/>
    <a:srgbClr val="2B9B48"/>
    <a:srgbClr val="6BB829"/>
    <a:srgbClr val="F8BB25"/>
    <a:srgbClr val="FE8630"/>
    <a:srgbClr val="009D3E"/>
    <a:srgbClr val="FF0015"/>
    <a:srgbClr val="FF7E00"/>
    <a:srgbClr val="F7BB2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A6BB743-7BAC-BD40-B4F2-B16391318692}" v="5" dt="2024-07-24T03:34:29.80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8"/>
    <p:restoredTop sz="94648"/>
  </p:normalViewPr>
  <p:slideViewPr>
    <p:cSldViewPr snapToGrid="0">
      <p:cViewPr varScale="1">
        <p:scale>
          <a:sx n="107" d="100"/>
          <a:sy n="107" d="100"/>
        </p:scale>
        <p:origin x="714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50" Type="http://schemas.openxmlformats.org/officeDocument/2006/relationships/notesMaster" Target="notesMasters/notesMaster1.xml"/><Relationship Id="rId51" Type="http://schemas.openxmlformats.org/officeDocument/2006/relationships/presProps" Target="presProps.xml"/><Relationship Id="rId52" Type="http://schemas.openxmlformats.org/officeDocument/2006/relationships/viewProps" Target="viewProps.xml"/><Relationship Id="rId53" Type="http://schemas.openxmlformats.org/officeDocument/2006/relationships/theme" Target="theme/theme1.xml"/><Relationship Id="rId54" Type="http://schemas.openxmlformats.org/officeDocument/2006/relationships/tableStyles" Target="tableStyles.xml"/><Relationship Id="rId55" Type="http://schemas.microsoft.com/office/2015/10/relationships/revisionInfo" Target="revisionInfo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254DE91-F736-AB48-81FA-0DBC1D2288D3}" type="datetimeFigureOut">
              <a:rPr kumimoji="1" lang="ja-JP" altLang="en-US" smtClean="0"/>
              <a:t>2026/5/4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ECB0E78-FB0F-2646-A98F-B55C16366C9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554664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219140" rtl="0" eaLnBrk="1" latinLnBrk="0" hangingPunct="1">
      <a:defRPr kumimoji="1" sz="1600" kern="1200">
        <a:solidFill>
          <a:schemeClr val="tx1"/>
        </a:solidFill>
        <a:latin typeface="+mn-lt"/>
        <a:ea typeface="+mn-ea"/>
        <a:cs typeface="+mn-cs"/>
      </a:defRPr>
    </a:lvl1pPr>
    <a:lvl2pPr marL="609570" algn="l" defTabSz="1219140" rtl="0" eaLnBrk="1" latinLnBrk="0" hangingPunct="1">
      <a:defRPr kumimoji="1" sz="1600" kern="1200">
        <a:solidFill>
          <a:schemeClr val="tx1"/>
        </a:solidFill>
        <a:latin typeface="+mn-lt"/>
        <a:ea typeface="+mn-ea"/>
        <a:cs typeface="+mn-cs"/>
      </a:defRPr>
    </a:lvl2pPr>
    <a:lvl3pPr marL="1219140" algn="l" defTabSz="1219140" rtl="0" eaLnBrk="1" latinLnBrk="0" hangingPunct="1">
      <a:defRPr kumimoji="1" sz="1600" kern="1200">
        <a:solidFill>
          <a:schemeClr val="tx1"/>
        </a:solidFill>
        <a:latin typeface="+mn-lt"/>
        <a:ea typeface="+mn-ea"/>
        <a:cs typeface="+mn-cs"/>
      </a:defRPr>
    </a:lvl3pPr>
    <a:lvl4pPr marL="1828709" algn="l" defTabSz="1219140" rtl="0" eaLnBrk="1" latinLnBrk="0" hangingPunct="1">
      <a:defRPr kumimoji="1" sz="1600" kern="1200">
        <a:solidFill>
          <a:schemeClr val="tx1"/>
        </a:solidFill>
        <a:latin typeface="+mn-lt"/>
        <a:ea typeface="+mn-ea"/>
        <a:cs typeface="+mn-cs"/>
      </a:defRPr>
    </a:lvl4pPr>
    <a:lvl5pPr marL="2438278" algn="l" defTabSz="1219140" rtl="0" eaLnBrk="1" latinLnBrk="0" hangingPunct="1">
      <a:defRPr kumimoji="1" sz="1600" kern="1200">
        <a:solidFill>
          <a:schemeClr val="tx1"/>
        </a:solidFill>
        <a:latin typeface="+mn-lt"/>
        <a:ea typeface="+mn-ea"/>
        <a:cs typeface="+mn-cs"/>
      </a:defRPr>
    </a:lvl5pPr>
    <a:lvl6pPr marL="3047848" algn="l" defTabSz="1219140" rtl="0" eaLnBrk="1" latinLnBrk="0" hangingPunct="1">
      <a:defRPr kumimoji="1" sz="1600" kern="1200">
        <a:solidFill>
          <a:schemeClr val="tx1"/>
        </a:solidFill>
        <a:latin typeface="+mn-lt"/>
        <a:ea typeface="+mn-ea"/>
        <a:cs typeface="+mn-cs"/>
      </a:defRPr>
    </a:lvl6pPr>
    <a:lvl7pPr marL="3657418" algn="l" defTabSz="1219140" rtl="0" eaLnBrk="1" latinLnBrk="0" hangingPunct="1">
      <a:defRPr kumimoji="1" sz="1600" kern="1200">
        <a:solidFill>
          <a:schemeClr val="tx1"/>
        </a:solidFill>
        <a:latin typeface="+mn-lt"/>
        <a:ea typeface="+mn-ea"/>
        <a:cs typeface="+mn-cs"/>
      </a:defRPr>
    </a:lvl7pPr>
    <a:lvl8pPr marL="4266987" algn="l" defTabSz="1219140" rtl="0" eaLnBrk="1" latinLnBrk="0" hangingPunct="1">
      <a:defRPr kumimoji="1" sz="1600" kern="1200">
        <a:solidFill>
          <a:schemeClr val="tx1"/>
        </a:solidFill>
        <a:latin typeface="+mn-lt"/>
        <a:ea typeface="+mn-ea"/>
        <a:cs typeface="+mn-cs"/>
      </a:defRPr>
    </a:lvl8pPr>
    <a:lvl9pPr marL="4876557" algn="l" defTabSz="1219140" rtl="0" eaLnBrk="1" latinLnBrk="0" hangingPunct="1">
      <a:defRPr kumimoji="1"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0:00–0:40  結論を先に置く。市販 473 nm DPSS で最適の 0.03% 以内。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0:40–1:40  マップ時間 ∝ 画素数/η²。感度は指標ではなく通貨。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1:40–3:00  2 つの端が窓を挟み込む。常圧曲線は近似が粗い旨を先に断る。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3:00–4:20  答え。窓の広さと 473 nm の位置を見せる。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4:20–5:20  相殺 → 現象論非依存。ゼロが並ぶ絵が主張そのもの。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5:20–6:40  反証条件。符号変化は単一圧力の系統誤差では作れない。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6:40–8:00  適用条件とまとめ。校正は 474 nm の検証ではなく絶対感度・パワー依存・f₋ の直接測定のために行う。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Relationship Id="rId3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eg"/><Relationship Id="rId3" Type="http://schemas.openxmlformats.org/officeDocument/2006/relationships/image" Target="../media/image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jpeg"/><Relationship Id="rId3" Type="http://schemas.openxmlformats.org/officeDocument/2006/relationships/image" Target="../media/image2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eg"/><Relationship Id="rId3" Type="http://schemas.openxmlformats.org/officeDocument/2006/relationships/image" Target="../media/image2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eg"/><Relationship Id="rId3" Type="http://schemas.openxmlformats.org/officeDocument/2006/relationships/image" Target="../media/image2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jpeg"/><Relationship Id="rId3" Type="http://schemas.openxmlformats.org/officeDocument/2006/relationships/image" Target="../media/image2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jpeg"/><Relationship Id="rId3" Type="http://schemas.openxmlformats.org/officeDocument/2006/relationships/image" Target="../media/image2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2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jpeg"/><Relationship Id="rId3" Type="http://schemas.openxmlformats.org/officeDocument/2006/relationships/image" Target="../media/image2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jpeg"/><Relationship Id="rId3" Type="http://schemas.openxmlformats.org/officeDocument/2006/relationships/image" Target="../media/image2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A-タイトルスライド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図 8">
            <a:extLst>
              <a:ext uri="{FF2B5EF4-FFF2-40B4-BE49-F238E27FC236}">
                <a16:creationId xmlns:a16="http://schemas.microsoft.com/office/drawing/2014/main" id="{BDB99294-F8AA-3558-0885-6694A330E7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4" name="図 13">
            <a:extLst>
              <a:ext uri="{FF2B5EF4-FFF2-40B4-BE49-F238E27FC236}">
                <a16:creationId xmlns:a16="http://schemas.microsoft.com/office/drawing/2014/main" id="{20BFFCA8-6C4A-812A-F8B9-86D5155D1A05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025567" y="4828159"/>
            <a:ext cx="2832000" cy="575135"/>
          </a:xfrm>
          <a:prstGeom prst="rect">
            <a:avLst/>
          </a:prstGeom>
        </p:spPr>
      </p:pic>
      <p:sp>
        <p:nvSpPr>
          <p:cNvPr id="2" name="タイトル 7">
            <a:extLst>
              <a:ext uri="{FF2B5EF4-FFF2-40B4-BE49-F238E27FC236}">
                <a16:creationId xmlns:a16="http://schemas.microsoft.com/office/drawing/2014/main" id="{F5C60916-439F-51BE-149E-8DE1E916139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16022" y="1232379"/>
            <a:ext cx="10488876" cy="1325563"/>
          </a:xfrm>
          <a:prstGeom prst="rect">
            <a:avLst/>
          </a:prstGeom>
        </p:spPr>
        <p:txBody>
          <a:bodyPr/>
          <a:lstStyle>
            <a:lvl1pPr>
              <a:lnSpc>
                <a:spcPct val="110000"/>
              </a:lnSpc>
              <a:defRPr sz="4000" b="1" i="0">
                <a:solidFill>
                  <a:schemeClr val="bg1"/>
                </a:solidFill>
                <a:latin typeface="+mn-ea"/>
                <a:ea typeface="+mn-ea"/>
              </a:defRPr>
            </a:lvl1pPr>
          </a:lstStyle>
          <a:p>
            <a:r>
              <a:rPr kumimoji="1" lang="ja-JP" altLang="en-US"/>
              <a:t>タイトルタイトル</a:t>
            </a:r>
            <a:br>
              <a:rPr kumimoji="1" lang="en-US" altLang="ja-JP"/>
            </a:br>
            <a:r>
              <a:rPr lang="ja-JP" altLang="en-US"/>
              <a:t>游ゴシック</a:t>
            </a:r>
            <a:r>
              <a:rPr lang="en-US" altLang="ja-JP"/>
              <a:t>/Bold</a:t>
            </a:r>
            <a:endParaRPr kumimoji="1" lang="ja-JP" altLang="en-US"/>
          </a:p>
        </p:txBody>
      </p:sp>
      <p:sp>
        <p:nvSpPr>
          <p:cNvPr id="3" name="コンテンツ プレースホルダー 12">
            <a:extLst>
              <a:ext uri="{FF2B5EF4-FFF2-40B4-BE49-F238E27FC236}">
                <a16:creationId xmlns:a16="http://schemas.microsoft.com/office/drawing/2014/main" id="{4C476F49-865D-989F-F96C-F93805A66204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1115055" y="2710502"/>
            <a:ext cx="10482334" cy="686792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30000"/>
              </a:lnSpc>
              <a:spcBef>
                <a:spcPts val="0"/>
              </a:spcBef>
              <a:buNone/>
              <a:defRPr sz="1800" b="1" i="0">
                <a:solidFill>
                  <a:schemeClr val="bg1"/>
                </a:solidFill>
                <a:latin typeface="+mn-ea"/>
                <a:ea typeface="+mn-ea"/>
              </a:defRPr>
            </a:lvl1pPr>
            <a:lvl2pPr marL="4572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2pPr>
            <a:lvl3pPr marL="9144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3pPr>
            <a:lvl4pPr marL="13716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4pPr>
            <a:lvl5pPr marL="18288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5pPr>
          </a:lstStyle>
          <a:p>
            <a:pPr lvl="0"/>
            <a:r>
              <a:rPr kumimoji="1" lang="ja-JP" altLang="en-US"/>
              <a:t>氏名</a:t>
            </a:r>
            <a:r>
              <a:rPr kumimoji="1" lang="en-US" altLang="ja-JP"/>
              <a:t>      </a:t>
            </a:r>
          </a:p>
          <a:p>
            <a:pPr lvl="0"/>
            <a:r>
              <a:rPr kumimoji="1" lang="ja-JP" altLang="en-US"/>
              <a:t>游ゴシック</a:t>
            </a:r>
            <a:r>
              <a:rPr kumimoji="1" lang="en-US" altLang="ja-JP"/>
              <a:t>/ Bold</a:t>
            </a:r>
            <a:endParaRPr kumimoji="1" lang="ja-JP" altLang="en-US"/>
          </a:p>
        </p:txBody>
      </p:sp>
      <p:sp>
        <p:nvSpPr>
          <p:cNvPr id="4" name="コンテンツ プレースホルダー 12">
            <a:extLst>
              <a:ext uri="{FF2B5EF4-FFF2-40B4-BE49-F238E27FC236}">
                <a16:creationId xmlns:a16="http://schemas.microsoft.com/office/drawing/2014/main" id="{D2786611-1C45-B8F0-5DE8-65AD4FD4B0F7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1122564" y="3494556"/>
            <a:ext cx="9077350" cy="686792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30000"/>
              </a:lnSpc>
              <a:spcBef>
                <a:spcPts val="0"/>
              </a:spcBef>
              <a:buNone/>
              <a:defRPr sz="1600" b="1" i="0">
                <a:solidFill>
                  <a:schemeClr val="bg1"/>
                </a:solidFill>
                <a:latin typeface="+mn-ea"/>
                <a:ea typeface="+mn-ea"/>
              </a:defRPr>
            </a:lvl1pPr>
            <a:lvl2pPr marL="4572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2pPr>
            <a:lvl3pPr marL="9144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3pPr>
            <a:lvl4pPr marL="13716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4pPr>
            <a:lvl5pPr marL="18288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5pPr>
          </a:lstStyle>
          <a:p>
            <a:pPr lvl="0"/>
            <a:r>
              <a:rPr kumimoji="1" lang="ja-JP" altLang="en-US"/>
              <a:t>役職</a:t>
            </a:r>
            <a:r>
              <a:rPr kumimoji="1" lang="en-US" altLang="ja-JP"/>
              <a:t> </a:t>
            </a:r>
            <a:r>
              <a:rPr kumimoji="1" lang="ja-JP" altLang="en-US"/>
              <a:t>・所属</a:t>
            </a:r>
            <a:endParaRPr kumimoji="1" lang="en-US" altLang="ja-JP"/>
          </a:p>
          <a:p>
            <a:pPr lvl="0"/>
            <a:r>
              <a:rPr kumimoji="1" lang="ja-JP" altLang="en-US"/>
              <a:t>游ゴシック</a:t>
            </a:r>
            <a:r>
              <a:rPr kumimoji="1" lang="en-US" altLang="ja-JP"/>
              <a:t> /Bold</a:t>
            </a:r>
            <a:r>
              <a:rPr kumimoji="1" lang="ja-JP" altLang="en-US"/>
              <a:t>　　</a:t>
            </a:r>
          </a:p>
        </p:txBody>
      </p:sp>
      <p:sp>
        <p:nvSpPr>
          <p:cNvPr id="5" name="コンテンツ プレースホルダー 12">
            <a:extLst>
              <a:ext uri="{FF2B5EF4-FFF2-40B4-BE49-F238E27FC236}">
                <a16:creationId xmlns:a16="http://schemas.microsoft.com/office/drawing/2014/main" id="{A1DE5D5F-AFDB-CCF4-7161-800DD7F2CE67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6183087" y="6463214"/>
            <a:ext cx="5761568" cy="317384"/>
          </a:xfrm>
          <a:prstGeom prst="rect">
            <a:avLst/>
          </a:prstGeom>
        </p:spPr>
        <p:txBody>
          <a:bodyPr lIns="90000" anchor="ctr">
            <a:noAutofit/>
          </a:bodyPr>
          <a:lstStyle>
            <a:lvl1pPr marL="0" indent="0" algn="r">
              <a:lnSpc>
                <a:spcPct val="150000"/>
              </a:lnSpc>
              <a:spcBef>
                <a:spcPts val="0"/>
              </a:spcBef>
              <a:buNone/>
              <a:defRPr sz="1400" b="1" i="0">
                <a:solidFill>
                  <a:schemeClr val="bg1"/>
                </a:solidFill>
                <a:latin typeface="+mn-ea"/>
                <a:ea typeface="+mn-ea"/>
              </a:defRPr>
            </a:lvl1pPr>
            <a:lvl2pPr marL="4572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2pPr>
            <a:lvl3pPr marL="9144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3pPr>
            <a:lvl4pPr marL="13716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4pPr>
            <a:lvl5pPr marL="18288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5pPr>
          </a:lstStyle>
          <a:p>
            <a:pPr lvl="0"/>
            <a:r>
              <a:rPr kumimoji="1" lang="ja-JP" altLang="en-US"/>
              <a:t>イベント名・日付</a:t>
            </a:r>
            <a:r>
              <a:rPr kumimoji="1" lang="en-US" altLang="ja-JP"/>
              <a:t> </a:t>
            </a:r>
            <a:r>
              <a:rPr kumimoji="1" lang="ja-JP" altLang="en-US"/>
              <a:t>　　游ゴシック</a:t>
            </a:r>
            <a:r>
              <a:rPr kumimoji="1" lang="en-US" altLang="ja-JP"/>
              <a:t> /Bold</a:t>
            </a:r>
            <a:r>
              <a:rPr kumimoji="1" lang="ja-JP" altLang="en-US"/>
              <a:t>　　</a:t>
            </a:r>
          </a:p>
        </p:txBody>
      </p:sp>
    </p:spTree>
    <p:extLst>
      <p:ext uri="{BB962C8B-B14F-4D97-AF65-F5344CB8AC3E}">
        <p14:creationId xmlns:p14="http://schemas.microsoft.com/office/powerpoint/2010/main" val="1328905508"/>
      </p:ext>
    </p:extLst>
  </p:cSld>
  <p:clrMapOvr>
    <a:masterClrMapping/>
  </p:clrMapOvr>
  <p:extLst mod="1"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A-中表紙スライド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図 8">
            <a:extLst>
              <a:ext uri="{FF2B5EF4-FFF2-40B4-BE49-F238E27FC236}">
                <a16:creationId xmlns:a16="http://schemas.microsoft.com/office/drawing/2014/main" id="{D341FA49-C8BA-4416-CFA9-6B1556B5337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336"/>
            <a:ext cx="12192000" cy="6858000"/>
          </a:xfrm>
          <a:prstGeom prst="rect">
            <a:avLst/>
          </a:prstGeom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2831E5C8-18EB-2484-7419-A7621BEDE70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697038" y="217858"/>
            <a:ext cx="2160000" cy="438661"/>
          </a:xfrm>
          <a:prstGeom prst="rect">
            <a:avLst/>
          </a:prstGeom>
        </p:spPr>
      </p:pic>
      <p:sp>
        <p:nvSpPr>
          <p:cNvPr id="2" name="タイトル 6">
            <a:extLst>
              <a:ext uri="{FF2B5EF4-FFF2-40B4-BE49-F238E27FC236}">
                <a16:creationId xmlns:a16="http://schemas.microsoft.com/office/drawing/2014/main" id="{32EC8CC2-84B1-BCA0-479A-A4A20AF286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4040" y="3148965"/>
            <a:ext cx="10927080" cy="589915"/>
          </a:xfrm>
          <a:prstGeom prst="rect">
            <a:avLst/>
          </a:prstGeom>
        </p:spPr>
        <p:txBody>
          <a:bodyPr/>
          <a:lstStyle>
            <a:lvl1pPr>
              <a:defRPr sz="3600" b="1" i="0">
                <a:solidFill>
                  <a:schemeClr val="tx2"/>
                </a:solidFill>
                <a:latin typeface="+mn-ea"/>
                <a:ea typeface="+mn-ea"/>
              </a:defRPr>
            </a:lvl1pPr>
          </a:lstStyle>
          <a:p>
            <a:r>
              <a:rPr kumimoji="1" lang="ja-JP" altLang="en-US"/>
              <a:t>タイトル　游ゴシック</a:t>
            </a:r>
            <a:r>
              <a:rPr kumimoji="1" lang="en-US" altLang="ja-JP"/>
              <a:t>/Bold</a:t>
            </a:r>
            <a:endParaRPr kumimoji="1" lang="ja-JP" altLang="en-US"/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B343BA23-B623-F431-3B6B-C265DB029DF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0D93E39-1AFA-2A42-BAF4-0CDD5F6E9A80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4867889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-中表紙スライド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図 8" descr="背景パターン&#10;&#10;中程度の精度で自動的に生成された説明">
            <a:extLst>
              <a:ext uri="{FF2B5EF4-FFF2-40B4-BE49-F238E27FC236}">
                <a16:creationId xmlns:a16="http://schemas.microsoft.com/office/drawing/2014/main" id="{9C23EC59-0C5A-7811-5B85-B9E539D0796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64AE62DC-41F4-6B39-3960-021C4F9297C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697038" y="217858"/>
            <a:ext cx="2160000" cy="438661"/>
          </a:xfrm>
          <a:prstGeom prst="rect">
            <a:avLst/>
          </a:prstGeom>
        </p:spPr>
      </p:pic>
      <p:sp>
        <p:nvSpPr>
          <p:cNvPr id="5" name="タイトル 6">
            <a:extLst>
              <a:ext uri="{FF2B5EF4-FFF2-40B4-BE49-F238E27FC236}">
                <a16:creationId xmlns:a16="http://schemas.microsoft.com/office/drawing/2014/main" id="{E19FAA7A-3085-9294-E31F-CE7196FF2A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4040" y="3148965"/>
            <a:ext cx="10927080" cy="589915"/>
          </a:xfrm>
          <a:prstGeom prst="rect">
            <a:avLst/>
          </a:prstGeom>
        </p:spPr>
        <p:txBody>
          <a:bodyPr/>
          <a:lstStyle>
            <a:lvl1pPr>
              <a:defRPr sz="3600" b="1" i="0">
                <a:solidFill>
                  <a:schemeClr val="tx2"/>
                </a:solidFill>
                <a:latin typeface="+mn-ea"/>
                <a:ea typeface="+mn-ea"/>
              </a:defRPr>
            </a:lvl1pPr>
          </a:lstStyle>
          <a:p>
            <a:r>
              <a:rPr kumimoji="1" lang="ja-JP" altLang="en-US"/>
              <a:t>タイトル　游ゴシック</a:t>
            </a:r>
            <a:r>
              <a:rPr kumimoji="1" lang="en-US" altLang="ja-JP"/>
              <a:t>/Bold</a:t>
            </a:r>
            <a:endParaRPr kumimoji="1" lang="ja-JP" altLang="en-US"/>
          </a:p>
        </p:txBody>
      </p:sp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4E0A0950-A128-01BF-1AAF-4BB004B48A2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0D93E39-1AFA-2A42-BAF4-0CDD5F6E9A80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994552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-タイトルスライド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89932967-DE81-3918-C882-41D1FC6677C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図 2">
            <a:extLst>
              <a:ext uri="{FF2B5EF4-FFF2-40B4-BE49-F238E27FC236}">
                <a16:creationId xmlns:a16="http://schemas.microsoft.com/office/drawing/2014/main" id="{8F74D12C-30DC-0E71-4D41-8204860B744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76263" y="5839891"/>
            <a:ext cx="2400000" cy="487403"/>
          </a:xfrm>
          <a:prstGeom prst="rect">
            <a:avLst/>
          </a:prstGeom>
        </p:spPr>
      </p:pic>
      <p:sp>
        <p:nvSpPr>
          <p:cNvPr id="4" name="タイトル 7">
            <a:extLst>
              <a:ext uri="{FF2B5EF4-FFF2-40B4-BE49-F238E27FC236}">
                <a16:creationId xmlns:a16="http://schemas.microsoft.com/office/drawing/2014/main" id="{C189C689-1BDE-72A8-5184-CE979693158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80401" y="2293206"/>
            <a:ext cx="9535342" cy="1325563"/>
          </a:xfrm>
          <a:prstGeom prst="rect">
            <a:avLst/>
          </a:prstGeom>
        </p:spPr>
        <p:txBody>
          <a:bodyPr/>
          <a:lstStyle>
            <a:lvl1pPr>
              <a:lnSpc>
                <a:spcPct val="110000"/>
              </a:lnSpc>
              <a:defRPr sz="4000" b="1" i="0">
                <a:solidFill>
                  <a:srgbClr val="1C3177"/>
                </a:solidFill>
                <a:latin typeface="+mn-ea"/>
                <a:ea typeface="+mn-ea"/>
              </a:defRPr>
            </a:lvl1pPr>
          </a:lstStyle>
          <a:p>
            <a:r>
              <a:rPr kumimoji="1" lang="ja-JP" altLang="en-US"/>
              <a:t>タイトルタイトル</a:t>
            </a:r>
            <a:br>
              <a:rPr kumimoji="1" lang="en-US" altLang="ja-JP"/>
            </a:br>
            <a:r>
              <a:rPr lang="ja-JP" altLang="en-US"/>
              <a:t>游ゴシック</a:t>
            </a:r>
            <a:r>
              <a:rPr lang="en-US" altLang="ja-JP"/>
              <a:t>/Bold</a:t>
            </a:r>
            <a:endParaRPr kumimoji="1" lang="ja-JP" altLang="en-US"/>
          </a:p>
        </p:txBody>
      </p:sp>
      <p:sp>
        <p:nvSpPr>
          <p:cNvPr id="5" name="コンテンツ プレースホルダー 12">
            <a:extLst>
              <a:ext uri="{FF2B5EF4-FFF2-40B4-BE49-F238E27FC236}">
                <a16:creationId xmlns:a16="http://schemas.microsoft.com/office/drawing/2014/main" id="{99C777D7-5079-B2D4-A805-52BC2427F21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80399" y="3924163"/>
            <a:ext cx="8032228" cy="731359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30000"/>
              </a:lnSpc>
              <a:spcBef>
                <a:spcPts val="0"/>
              </a:spcBef>
              <a:buNone/>
              <a:defRPr sz="1800" b="1" i="0">
                <a:solidFill>
                  <a:srgbClr val="1C3177"/>
                </a:solidFill>
                <a:latin typeface="+mn-ea"/>
                <a:ea typeface="+mn-ea"/>
              </a:defRPr>
            </a:lvl1pPr>
            <a:lvl2pPr marL="4572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2pPr>
            <a:lvl3pPr marL="9144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3pPr>
            <a:lvl4pPr marL="13716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4pPr>
            <a:lvl5pPr marL="18288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5pPr>
          </a:lstStyle>
          <a:p>
            <a:pPr lvl="0"/>
            <a:r>
              <a:rPr kumimoji="1" lang="ja-JP" altLang="en-US"/>
              <a:t>氏名</a:t>
            </a:r>
            <a:r>
              <a:rPr kumimoji="1" lang="en-US" altLang="ja-JP"/>
              <a:t>     </a:t>
            </a:r>
          </a:p>
          <a:p>
            <a:pPr lvl="0"/>
            <a:r>
              <a:rPr kumimoji="1" lang="ja-JP" altLang="en-US"/>
              <a:t>游ゴシック</a:t>
            </a:r>
            <a:r>
              <a:rPr kumimoji="1" lang="en-US" altLang="ja-JP"/>
              <a:t>/Bold</a:t>
            </a:r>
            <a:endParaRPr kumimoji="1" lang="ja-JP" altLang="en-US"/>
          </a:p>
        </p:txBody>
      </p:sp>
      <p:sp>
        <p:nvSpPr>
          <p:cNvPr id="9" name="コンテンツ プレースホルダー 12">
            <a:extLst>
              <a:ext uri="{FF2B5EF4-FFF2-40B4-BE49-F238E27FC236}">
                <a16:creationId xmlns:a16="http://schemas.microsoft.com/office/drawing/2014/main" id="{CD517DDC-0F67-EAC6-D347-5253BB35F8B1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80402" y="4701635"/>
            <a:ext cx="6181656" cy="731359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30000"/>
              </a:lnSpc>
              <a:spcBef>
                <a:spcPts val="0"/>
              </a:spcBef>
              <a:buNone/>
              <a:defRPr sz="1600" b="1" i="0">
                <a:solidFill>
                  <a:schemeClr val="tx2"/>
                </a:solidFill>
                <a:latin typeface="+mn-ea"/>
                <a:ea typeface="+mn-ea"/>
              </a:defRPr>
            </a:lvl1pPr>
            <a:lvl2pPr marL="4572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2pPr>
            <a:lvl3pPr marL="9144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3pPr>
            <a:lvl4pPr marL="13716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4pPr>
            <a:lvl5pPr marL="18288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5pPr>
          </a:lstStyle>
          <a:p>
            <a:pPr lvl="0"/>
            <a:r>
              <a:rPr kumimoji="1" lang="ja-JP" altLang="en-US"/>
              <a:t>役職・所属</a:t>
            </a:r>
            <a:r>
              <a:rPr kumimoji="1" lang="en-US" altLang="ja-JP"/>
              <a:t>        </a:t>
            </a:r>
          </a:p>
          <a:p>
            <a:pPr lvl="0"/>
            <a:r>
              <a:rPr kumimoji="1" lang="ja-JP" altLang="en-US"/>
              <a:t>游ゴシック</a:t>
            </a:r>
            <a:r>
              <a:rPr kumimoji="1" lang="en-US" altLang="ja-JP"/>
              <a:t>/Bold</a:t>
            </a:r>
            <a:r>
              <a:rPr kumimoji="1" lang="ja-JP" altLang="en-US"/>
              <a:t>　　　</a:t>
            </a:r>
          </a:p>
        </p:txBody>
      </p:sp>
      <p:sp>
        <p:nvSpPr>
          <p:cNvPr id="6" name="コンテンツ プレースホルダー 12">
            <a:extLst>
              <a:ext uri="{FF2B5EF4-FFF2-40B4-BE49-F238E27FC236}">
                <a16:creationId xmlns:a16="http://schemas.microsoft.com/office/drawing/2014/main" id="{437493F9-6402-7179-62B3-F93DBB80AC12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6193977" y="6133056"/>
            <a:ext cx="5761568" cy="597511"/>
          </a:xfrm>
          <a:prstGeom prst="rect">
            <a:avLst/>
          </a:prstGeom>
        </p:spPr>
        <p:txBody>
          <a:bodyPr lIns="90000" anchor="ctr">
            <a:noAutofit/>
          </a:bodyPr>
          <a:lstStyle>
            <a:lvl1pPr marL="0" indent="0" algn="r">
              <a:lnSpc>
                <a:spcPct val="150000"/>
              </a:lnSpc>
              <a:spcBef>
                <a:spcPts val="0"/>
              </a:spcBef>
              <a:buNone/>
              <a:defRPr sz="1400" b="1" i="0">
                <a:solidFill>
                  <a:schemeClr val="bg1"/>
                </a:solidFill>
                <a:latin typeface="+mn-ea"/>
                <a:ea typeface="+mn-ea"/>
              </a:defRPr>
            </a:lvl1pPr>
            <a:lvl2pPr marL="4572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2pPr>
            <a:lvl3pPr marL="9144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3pPr>
            <a:lvl4pPr marL="13716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4pPr>
            <a:lvl5pPr marL="18288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5pPr>
          </a:lstStyle>
          <a:p>
            <a:pPr lvl="0"/>
            <a:r>
              <a:rPr kumimoji="1" lang="ja-JP" altLang="en-US"/>
              <a:t>イベント名・日付</a:t>
            </a:r>
            <a:r>
              <a:rPr kumimoji="1" lang="en-US" altLang="ja-JP"/>
              <a:t> </a:t>
            </a:r>
            <a:r>
              <a:rPr kumimoji="1" lang="ja-JP" altLang="en-US"/>
              <a:t>　　</a:t>
            </a:r>
            <a:endParaRPr kumimoji="1" lang="en-US" altLang="ja-JP"/>
          </a:p>
          <a:p>
            <a:pPr lvl="0"/>
            <a:r>
              <a:rPr kumimoji="1" lang="ja-JP" altLang="en-US"/>
              <a:t>游ゴシック</a:t>
            </a:r>
            <a:r>
              <a:rPr kumimoji="1" lang="en-US" altLang="ja-JP"/>
              <a:t> /Bold</a:t>
            </a:r>
            <a:r>
              <a:rPr kumimoji="1" lang="ja-JP" altLang="en-US"/>
              <a:t>　　</a:t>
            </a:r>
          </a:p>
        </p:txBody>
      </p:sp>
    </p:spTree>
    <p:extLst>
      <p:ext uri="{BB962C8B-B14F-4D97-AF65-F5344CB8AC3E}">
        <p14:creationId xmlns:p14="http://schemas.microsoft.com/office/powerpoint/2010/main" val="195846219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-中表紙スライド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A764C0CE-FCED-56A8-6F0B-0E440EC00AF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2831E5C8-18EB-2484-7419-A7621BEDE70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697038" y="217858"/>
            <a:ext cx="2160000" cy="438661"/>
          </a:xfrm>
          <a:prstGeom prst="rect">
            <a:avLst/>
          </a:prstGeom>
        </p:spPr>
      </p:pic>
      <p:sp>
        <p:nvSpPr>
          <p:cNvPr id="7" name="タイトル 6">
            <a:extLst>
              <a:ext uri="{FF2B5EF4-FFF2-40B4-BE49-F238E27FC236}">
                <a16:creationId xmlns:a16="http://schemas.microsoft.com/office/drawing/2014/main" id="{6C1A774C-7DB2-663C-4623-5850406753D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4294" y="1196975"/>
            <a:ext cx="10927080" cy="589915"/>
          </a:xfrm>
          <a:prstGeom prst="rect">
            <a:avLst/>
          </a:prstGeom>
        </p:spPr>
        <p:txBody>
          <a:bodyPr/>
          <a:lstStyle>
            <a:lvl1pPr>
              <a:defRPr sz="3600" b="1" i="0">
                <a:solidFill>
                  <a:schemeClr val="tx2"/>
                </a:solidFill>
                <a:latin typeface="+mn-ea"/>
                <a:ea typeface="+mn-ea"/>
              </a:defRPr>
            </a:lvl1pPr>
          </a:lstStyle>
          <a:p>
            <a:r>
              <a:rPr kumimoji="1" lang="ja-JP" altLang="en-US"/>
              <a:t>タイトル　游ゴシック</a:t>
            </a:r>
            <a:r>
              <a:rPr kumimoji="1" lang="en-US" altLang="ja-JP"/>
              <a:t>/Bold</a:t>
            </a:r>
            <a:endParaRPr kumimoji="1" lang="ja-JP" altLang="en-US"/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BEF15FF9-0880-B2C3-B4BF-CF5692E1BBE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0D93E39-1AFA-2A42-BAF4-0CDD5F6E9A80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113895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_中表紙スライド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 descr="図形, 背景パターン, 矢印&#10;&#10;自動的に生成された説明">
            <a:extLst>
              <a:ext uri="{FF2B5EF4-FFF2-40B4-BE49-F238E27FC236}">
                <a16:creationId xmlns:a16="http://schemas.microsoft.com/office/drawing/2014/main" id="{556B259B-B911-0CA1-C42F-FAA7E0FFD7B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64AE62DC-41F4-6B39-3960-021C4F9297C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697038" y="217858"/>
            <a:ext cx="2160000" cy="438661"/>
          </a:xfrm>
          <a:prstGeom prst="rect">
            <a:avLst/>
          </a:prstGeom>
        </p:spPr>
      </p:pic>
      <p:sp>
        <p:nvSpPr>
          <p:cNvPr id="2" name="タイトル 6">
            <a:extLst>
              <a:ext uri="{FF2B5EF4-FFF2-40B4-BE49-F238E27FC236}">
                <a16:creationId xmlns:a16="http://schemas.microsoft.com/office/drawing/2014/main" id="{3AAF5D27-76AF-9EF9-9D52-219FCF8F0E5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4296" y="1196975"/>
            <a:ext cx="10927080" cy="589915"/>
          </a:xfrm>
          <a:prstGeom prst="rect">
            <a:avLst/>
          </a:prstGeom>
        </p:spPr>
        <p:txBody>
          <a:bodyPr/>
          <a:lstStyle>
            <a:lvl1pPr>
              <a:defRPr sz="3600" b="1" i="0">
                <a:solidFill>
                  <a:schemeClr val="tx2"/>
                </a:solidFill>
                <a:latin typeface="+mn-ea"/>
                <a:ea typeface="+mn-ea"/>
              </a:defRPr>
            </a:lvl1pPr>
          </a:lstStyle>
          <a:p>
            <a:r>
              <a:rPr kumimoji="1" lang="ja-JP" altLang="en-US"/>
              <a:t>タイトル　游ゴシック</a:t>
            </a:r>
            <a:r>
              <a:rPr kumimoji="1" lang="en-US" altLang="ja-JP"/>
              <a:t>/Bold</a:t>
            </a:r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926C43C7-AE2D-52F4-39C3-82789D69CC9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0D93E39-1AFA-2A42-BAF4-0CDD5F6E9A80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932547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-タイトルスライド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CFCD422C-2C8C-FA55-B96B-97B10DC1CC4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r="2321"/>
          <a:stretch/>
        </p:blipFill>
        <p:spPr>
          <a:xfrm>
            <a:off x="283036" y="0"/>
            <a:ext cx="11908964" cy="6858000"/>
          </a:xfrm>
          <a:prstGeom prst="rect">
            <a:avLst/>
          </a:prstGeom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F66388A7-6010-5A0E-3B23-6394FC6EC47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76263" y="5491831"/>
            <a:ext cx="2400000" cy="487403"/>
          </a:xfrm>
          <a:prstGeom prst="rect">
            <a:avLst/>
          </a:prstGeom>
        </p:spPr>
      </p:pic>
      <p:sp>
        <p:nvSpPr>
          <p:cNvPr id="11" name="コンテンツ プレースホルダー 12">
            <a:extLst>
              <a:ext uri="{FF2B5EF4-FFF2-40B4-BE49-F238E27FC236}">
                <a16:creationId xmlns:a16="http://schemas.microsoft.com/office/drawing/2014/main" id="{E889DD8F-8662-F86E-7D9D-2EBC4946B22C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87531" y="2022017"/>
            <a:ext cx="7317526" cy="653422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30000"/>
              </a:lnSpc>
              <a:spcBef>
                <a:spcPts val="0"/>
              </a:spcBef>
              <a:buNone/>
              <a:defRPr sz="1800" b="1" i="0">
                <a:solidFill>
                  <a:srgbClr val="1C3177"/>
                </a:solidFill>
                <a:latin typeface="+mn-ea"/>
                <a:ea typeface="+mn-ea"/>
              </a:defRPr>
            </a:lvl1pPr>
            <a:lvl2pPr marL="4572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2pPr>
            <a:lvl3pPr marL="9144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3pPr>
            <a:lvl4pPr marL="13716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4pPr>
            <a:lvl5pPr marL="18288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5pPr>
          </a:lstStyle>
          <a:p>
            <a:pPr lvl="0"/>
            <a:r>
              <a:rPr kumimoji="1" lang="ja-JP" altLang="en-US"/>
              <a:t>氏名</a:t>
            </a:r>
            <a:r>
              <a:rPr kumimoji="1" lang="en-US" altLang="ja-JP"/>
              <a:t>       </a:t>
            </a:r>
          </a:p>
          <a:p>
            <a:pPr lvl="0"/>
            <a:r>
              <a:rPr kumimoji="1" lang="ja-JP" altLang="en-US"/>
              <a:t>游ゴシック</a:t>
            </a:r>
            <a:r>
              <a:rPr kumimoji="1" lang="en-US" altLang="ja-JP"/>
              <a:t>/Bold</a:t>
            </a:r>
            <a:endParaRPr kumimoji="1" lang="ja-JP" alt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B1D6FE57-69DC-8236-A030-07B36F0CCC2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68133" y="265791"/>
            <a:ext cx="8337200" cy="1396497"/>
          </a:xfrm>
          <a:prstGeom prst="rect">
            <a:avLst/>
          </a:prstGeom>
        </p:spPr>
        <p:txBody>
          <a:bodyPr/>
          <a:lstStyle>
            <a:lvl1pPr>
              <a:lnSpc>
                <a:spcPct val="110000"/>
              </a:lnSpc>
              <a:defRPr sz="4000" b="1">
                <a:solidFill>
                  <a:schemeClr val="tx2"/>
                </a:solidFill>
                <a:latin typeface="+mn-ea"/>
                <a:ea typeface="+mn-ea"/>
              </a:defRPr>
            </a:lvl1pPr>
          </a:lstStyle>
          <a:p>
            <a:r>
              <a:rPr kumimoji="1" lang="ja-JP" altLang="en-US"/>
              <a:t>タイトルタイトル</a:t>
            </a:r>
            <a:br>
              <a:rPr kumimoji="1" lang="en-US" altLang="ja-JP"/>
            </a:br>
            <a:r>
              <a:rPr kumimoji="1" lang="ja-JP" altLang="en-US"/>
              <a:t>游ゴシック</a:t>
            </a:r>
            <a:r>
              <a:rPr kumimoji="1" lang="en-US" altLang="ja-JP"/>
              <a:t>/Bold</a:t>
            </a:r>
            <a:endParaRPr kumimoji="1" lang="ja-JP" altLang="en-US"/>
          </a:p>
        </p:txBody>
      </p:sp>
      <p:sp>
        <p:nvSpPr>
          <p:cNvPr id="3" name="コンテンツ プレースホルダー 12">
            <a:extLst>
              <a:ext uri="{FF2B5EF4-FFF2-40B4-BE49-F238E27FC236}">
                <a16:creationId xmlns:a16="http://schemas.microsoft.com/office/drawing/2014/main" id="{2A8EBC5D-D2E1-1C20-DCE7-A64CD225CA2C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487531" y="2871021"/>
            <a:ext cx="4816307" cy="932527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30000"/>
              </a:lnSpc>
              <a:spcBef>
                <a:spcPts val="0"/>
              </a:spcBef>
              <a:buNone/>
              <a:defRPr sz="1600" b="1" i="0">
                <a:solidFill>
                  <a:schemeClr val="tx2"/>
                </a:solidFill>
                <a:latin typeface="+mn-ea"/>
                <a:ea typeface="+mn-ea"/>
              </a:defRPr>
            </a:lvl1pPr>
            <a:lvl2pPr marL="4572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2pPr>
            <a:lvl3pPr marL="9144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3pPr>
            <a:lvl4pPr marL="13716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4pPr>
            <a:lvl5pPr marL="18288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5pPr>
          </a:lstStyle>
          <a:p>
            <a:pPr lvl="0"/>
            <a:r>
              <a:rPr kumimoji="1" lang="ja-JP" altLang="en-US"/>
              <a:t>役職</a:t>
            </a:r>
            <a:endParaRPr kumimoji="1" lang="en-US" altLang="ja-JP"/>
          </a:p>
          <a:p>
            <a:pPr lvl="0"/>
            <a:r>
              <a:rPr kumimoji="1" lang="ja-JP" altLang="en-US"/>
              <a:t>所属</a:t>
            </a:r>
            <a:r>
              <a:rPr kumimoji="1" lang="en-US" altLang="ja-JP"/>
              <a:t>         </a:t>
            </a:r>
          </a:p>
          <a:p>
            <a:pPr lvl="0"/>
            <a:r>
              <a:rPr kumimoji="1" lang="ja-JP" altLang="en-US"/>
              <a:t>游ゴシック</a:t>
            </a:r>
            <a:r>
              <a:rPr kumimoji="1" lang="en-US" altLang="ja-JP"/>
              <a:t>/Bold</a:t>
            </a:r>
          </a:p>
        </p:txBody>
      </p:sp>
      <p:sp>
        <p:nvSpPr>
          <p:cNvPr id="6" name="コンテンツ プレースホルダー 12">
            <a:extLst>
              <a:ext uri="{FF2B5EF4-FFF2-40B4-BE49-F238E27FC236}">
                <a16:creationId xmlns:a16="http://schemas.microsoft.com/office/drawing/2014/main" id="{D69F5F0E-B33F-A6C1-A24C-00513592DBCB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805333" y="261448"/>
            <a:ext cx="2910716" cy="617471"/>
          </a:xfrm>
          <a:prstGeom prst="rect">
            <a:avLst/>
          </a:prstGeom>
        </p:spPr>
        <p:txBody>
          <a:bodyPr lIns="90000" anchor="ctr">
            <a:noAutofit/>
          </a:bodyPr>
          <a:lstStyle>
            <a:lvl1pPr marL="0" indent="0" algn="r">
              <a:lnSpc>
                <a:spcPct val="150000"/>
              </a:lnSpc>
              <a:spcBef>
                <a:spcPts val="0"/>
              </a:spcBef>
              <a:buNone/>
              <a:defRPr sz="1400" b="1" i="0">
                <a:solidFill>
                  <a:schemeClr val="tx2"/>
                </a:solidFill>
                <a:latin typeface="+mn-ea"/>
                <a:ea typeface="+mn-ea"/>
              </a:defRPr>
            </a:lvl1pPr>
            <a:lvl2pPr marL="4572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2pPr>
            <a:lvl3pPr marL="9144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3pPr>
            <a:lvl4pPr marL="13716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4pPr>
            <a:lvl5pPr marL="18288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5pPr>
          </a:lstStyle>
          <a:p>
            <a:pPr lvl="0"/>
            <a:r>
              <a:rPr kumimoji="1" lang="ja-JP" altLang="en-US"/>
              <a:t>イベント名・日付</a:t>
            </a:r>
            <a:r>
              <a:rPr kumimoji="1" lang="en-US" altLang="ja-JP"/>
              <a:t> </a:t>
            </a:r>
            <a:r>
              <a:rPr kumimoji="1" lang="ja-JP" altLang="en-US"/>
              <a:t>　　</a:t>
            </a:r>
            <a:endParaRPr kumimoji="1" lang="en-US" altLang="ja-JP"/>
          </a:p>
          <a:p>
            <a:pPr lvl="0"/>
            <a:r>
              <a:rPr kumimoji="1" lang="ja-JP" altLang="en-US"/>
              <a:t>游ゴシック</a:t>
            </a:r>
            <a:r>
              <a:rPr kumimoji="1" lang="en-US" altLang="ja-JP"/>
              <a:t> /Bold</a:t>
            </a:r>
            <a:r>
              <a:rPr kumimoji="1" lang="ja-JP" altLang="en-US"/>
              <a:t>　</a:t>
            </a:r>
          </a:p>
        </p:txBody>
      </p:sp>
    </p:spTree>
    <p:extLst>
      <p:ext uri="{BB962C8B-B14F-4D97-AF65-F5344CB8AC3E}">
        <p14:creationId xmlns:p14="http://schemas.microsoft.com/office/powerpoint/2010/main" val="1533399195"/>
      </p:ext>
    </p:extLst>
  </p:cSld>
  <p:clrMapOvr>
    <a:masterClrMapping/>
  </p:clrMapOvr>
  <p:extLst mod="1"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-中表紙スライド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図 10">
            <a:extLst>
              <a:ext uri="{FF2B5EF4-FFF2-40B4-BE49-F238E27FC236}">
                <a16:creationId xmlns:a16="http://schemas.microsoft.com/office/drawing/2014/main" id="{B09E5F40-522C-6EC0-7328-7F52FDF9E06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r="4795"/>
          <a:stretch/>
        </p:blipFill>
        <p:spPr>
          <a:xfrm>
            <a:off x="584610" y="0"/>
            <a:ext cx="11607390" cy="6858000"/>
          </a:xfrm>
          <a:prstGeom prst="rect">
            <a:avLst/>
          </a:prstGeom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2831E5C8-18EB-2484-7419-A7621BEDE70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697038" y="217858"/>
            <a:ext cx="2160000" cy="438661"/>
          </a:xfrm>
          <a:prstGeom prst="rect">
            <a:avLst/>
          </a:prstGeom>
        </p:spPr>
      </p:pic>
      <p:sp>
        <p:nvSpPr>
          <p:cNvPr id="4" name="タイトル 6">
            <a:extLst>
              <a:ext uri="{FF2B5EF4-FFF2-40B4-BE49-F238E27FC236}">
                <a16:creationId xmlns:a16="http://schemas.microsoft.com/office/drawing/2014/main" id="{E6C33D6D-9C84-D9CF-C2DA-008D7EF00E7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86952" y="4404047"/>
            <a:ext cx="5609048" cy="1577028"/>
          </a:xfrm>
          <a:prstGeom prst="rect">
            <a:avLst/>
          </a:prstGeom>
        </p:spPr>
        <p:txBody>
          <a:bodyPr/>
          <a:lstStyle>
            <a:lvl1pPr>
              <a:defRPr sz="3600" b="1" i="0">
                <a:solidFill>
                  <a:schemeClr val="tx2"/>
                </a:solidFill>
                <a:latin typeface="+mn-ea"/>
                <a:ea typeface="+mn-ea"/>
              </a:defRPr>
            </a:lvl1pPr>
          </a:lstStyle>
          <a:p>
            <a:r>
              <a:rPr kumimoji="1" lang="ja-JP" altLang="en-US"/>
              <a:t>タイトル</a:t>
            </a:r>
            <a:br>
              <a:rPr kumimoji="1" lang="en-US" altLang="ja-JP"/>
            </a:br>
            <a:r>
              <a:rPr kumimoji="1" lang="ja-JP" altLang="en-US"/>
              <a:t>タイトル</a:t>
            </a:r>
            <a:br>
              <a:rPr kumimoji="1" lang="en-US" altLang="ja-JP"/>
            </a:br>
            <a:r>
              <a:rPr kumimoji="1" lang="ja-JP" altLang="en-US"/>
              <a:t>游ゴシック</a:t>
            </a:r>
            <a:r>
              <a:rPr kumimoji="1" lang="en-US" altLang="ja-JP"/>
              <a:t>/Bold</a:t>
            </a:r>
            <a:endParaRPr kumimoji="1" lang="ja-JP" altLang="en-US"/>
          </a:p>
        </p:txBody>
      </p:sp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57DDFCDE-6AC7-26AD-1E99-E35A31393F9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E0D93E39-1AFA-2A42-BAF4-0CDD5F6E9A80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0021206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-中表紙スライド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 descr="背景パターン&#10;&#10;自動的に生成された説明">
            <a:extLst>
              <a:ext uri="{FF2B5EF4-FFF2-40B4-BE49-F238E27FC236}">
                <a16:creationId xmlns:a16="http://schemas.microsoft.com/office/drawing/2014/main" id="{3552089B-BE10-A6B4-0520-088629B63AF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r="4795"/>
          <a:stretch/>
        </p:blipFill>
        <p:spPr>
          <a:xfrm>
            <a:off x="584613" y="0"/>
            <a:ext cx="11607387" cy="6858000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64AE62DC-41F4-6B39-3960-021C4F9297C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697038" y="217858"/>
            <a:ext cx="2160000" cy="438661"/>
          </a:xfrm>
          <a:prstGeom prst="rect">
            <a:avLst/>
          </a:prstGeom>
        </p:spPr>
      </p:pic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1B6F4E6A-6447-6E0D-0158-4A77C5531E0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0D93E39-1AFA-2A42-BAF4-0CDD5F6E9A80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  <p:sp>
        <p:nvSpPr>
          <p:cNvPr id="3" name="タイトル 6">
            <a:extLst>
              <a:ext uri="{FF2B5EF4-FFF2-40B4-BE49-F238E27FC236}">
                <a16:creationId xmlns:a16="http://schemas.microsoft.com/office/drawing/2014/main" id="{55C1AE9A-A0E5-2B15-C809-16C60A5E7E7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86952" y="4404050"/>
            <a:ext cx="5609048" cy="1577028"/>
          </a:xfrm>
          <a:prstGeom prst="rect">
            <a:avLst/>
          </a:prstGeom>
        </p:spPr>
        <p:txBody>
          <a:bodyPr/>
          <a:lstStyle>
            <a:lvl1pPr>
              <a:defRPr sz="3600" b="1" i="0">
                <a:solidFill>
                  <a:schemeClr val="tx2"/>
                </a:solidFill>
                <a:latin typeface="+mn-ea"/>
                <a:ea typeface="+mn-ea"/>
              </a:defRPr>
            </a:lvl1pPr>
          </a:lstStyle>
          <a:p>
            <a:r>
              <a:rPr kumimoji="1" lang="ja-JP" altLang="en-US"/>
              <a:t>タイトル</a:t>
            </a:r>
            <a:br>
              <a:rPr kumimoji="1" lang="en-US" altLang="ja-JP"/>
            </a:br>
            <a:r>
              <a:rPr kumimoji="1" lang="ja-JP" altLang="en-US"/>
              <a:t>タイトル</a:t>
            </a:r>
            <a:br>
              <a:rPr kumimoji="1" lang="en-US" altLang="ja-JP"/>
            </a:br>
            <a:r>
              <a:rPr kumimoji="1" lang="ja-JP" altLang="en-US"/>
              <a:t>游ゴシック</a:t>
            </a:r>
            <a:r>
              <a:rPr kumimoji="1" lang="en-US" altLang="ja-JP"/>
              <a:t>/Bold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716370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-タイトルスライド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707384A5-816F-4B1C-723C-1CCF10DD75D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4087F9BA-766B-8200-DC42-2D03F5DD819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457038" y="836369"/>
            <a:ext cx="2400000" cy="487403"/>
          </a:xfrm>
          <a:prstGeom prst="rect">
            <a:avLst/>
          </a:prstGeom>
        </p:spPr>
      </p:pic>
      <p:sp>
        <p:nvSpPr>
          <p:cNvPr id="6" name="タイトル 7">
            <a:extLst>
              <a:ext uri="{FF2B5EF4-FFF2-40B4-BE49-F238E27FC236}">
                <a16:creationId xmlns:a16="http://schemas.microsoft.com/office/drawing/2014/main" id="{B0E283A0-90F6-1D77-C0DD-892F47D1C47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83118" y="3682279"/>
            <a:ext cx="10488876" cy="1325563"/>
          </a:xfrm>
          <a:prstGeom prst="rect">
            <a:avLst/>
          </a:prstGeom>
        </p:spPr>
        <p:txBody>
          <a:bodyPr/>
          <a:lstStyle>
            <a:lvl1pPr>
              <a:lnSpc>
                <a:spcPct val="110000"/>
              </a:lnSpc>
              <a:defRPr sz="4000" b="1" i="0">
                <a:solidFill>
                  <a:srgbClr val="1C3177"/>
                </a:solidFill>
                <a:latin typeface="+mn-ea"/>
                <a:ea typeface="+mn-ea"/>
              </a:defRPr>
            </a:lvl1pPr>
          </a:lstStyle>
          <a:p>
            <a:r>
              <a:rPr kumimoji="1" lang="ja-JP" altLang="en-US"/>
              <a:t>タイトルタイトル</a:t>
            </a:r>
            <a:br>
              <a:rPr kumimoji="1" lang="en-US" altLang="ja-JP"/>
            </a:br>
            <a:r>
              <a:rPr kumimoji="1" lang="ja-JP" altLang="en-US"/>
              <a:t>游ゴシック</a:t>
            </a:r>
            <a:r>
              <a:rPr kumimoji="1" lang="en-US" altLang="ja-JP"/>
              <a:t>/Bold</a:t>
            </a:r>
            <a:endParaRPr kumimoji="1" lang="ja-JP" altLang="en-US"/>
          </a:p>
        </p:txBody>
      </p:sp>
      <p:sp>
        <p:nvSpPr>
          <p:cNvPr id="7" name="コンテンツ プレースホルダー 12">
            <a:extLst>
              <a:ext uri="{FF2B5EF4-FFF2-40B4-BE49-F238E27FC236}">
                <a16:creationId xmlns:a16="http://schemas.microsoft.com/office/drawing/2014/main" id="{705224EE-311E-7AAA-7C7B-93AE5CF2EF36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82151" y="5218706"/>
            <a:ext cx="8487678" cy="686792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30000"/>
              </a:lnSpc>
              <a:spcBef>
                <a:spcPts val="0"/>
              </a:spcBef>
              <a:buNone/>
              <a:defRPr sz="1800" b="1" i="0">
                <a:solidFill>
                  <a:srgbClr val="1C3177"/>
                </a:solidFill>
                <a:latin typeface="+mn-ea"/>
                <a:ea typeface="+mn-ea"/>
              </a:defRPr>
            </a:lvl1pPr>
            <a:lvl2pPr marL="4572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2pPr>
            <a:lvl3pPr marL="9144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3pPr>
            <a:lvl4pPr marL="13716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4pPr>
            <a:lvl5pPr marL="18288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5pPr>
          </a:lstStyle>
          <a:p>
            <a:pPr lvl="0"/>
            <a:r>
              <a:rPr kumimoji="1" lang="ja-JP" altLang="en-US"/>
              <a:t>名前</a:t>
            </a:r>
            <a:r>
              <a:rPr kumimoji="1" lang="en-US" altLang="ja-JP"/>
              <a:t>        </a:t>
            </a:r>
          </a:p>
          <a:p>
            <a:pPr lvl="0"/>
            <a:r>
              <a:rPr kumimoji="1" lang="ja-JP" altLang="en-US"/>
              <a:t>游ゴシック</a:t>
            </a:r>
            <a:r>
              <a:rPr kumimoji="1" lang="en-US" altLang="ja-JP"/>
              <a:t>/Bold</a:t>
            </a:r>
            <a:endParaRPr kumimoji="1" lang="ja-JP" altLang="en-US"/>
          </a:p>
        </p:txBody>
      </p:sp>
      <p:sp>
        <p:nvSpPr>
          <p:cNvPr id="2" name="コンテンツ プレースホルダー 12">
            <a:extLst>
              <a:ext uri="{FF2B5EF4-FFF2-40B4-BE49-F238E27FC236}">
                <a16:creationId xmlns:a16="http://schemas.microsoft.com/office/drawing/2014/main" id="{15C8D278-230A-DD61-6E93-44412F5CC2F7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82151" y="5998028"/>
            <a:ext cx="8487678" cy="567957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30000"/>
              </a:lnSpc>
              <a:spcBef>
                <a:spcPts val="0"/>
              </a:spcBef>
              <a:buNone/>
              <a:defRPr sz="1600" b="1" i="0">
                <a:solidFill>
                  <a:schemeClr val="tx2"/>
                </a:solidFill>
                <a:latin typeface="+mn-ea"/>
                <a:ea typeface="+mn-ea"/>
              </a:defRPr>
            </a:lvl1pPr>
            <a:lvl2pPr marL="4572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2pPr>
            <a:lvl3pPr marL="9144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3pPr>
            <a:lvl4pPr marL="13716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4pPr>
            <a:lvl5pPr marL="18288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5pPr>
          </a:lstStyle>
          <a:p>
            <a:pPr lvl="0"/>
            <a:r>
              <a:rPr kumimoji="1" lang="ja-JP" altLang="en-US"/>
              <a:t>役職・所属</a:t>
            </a:r>
            <a:r>
              <a:rPr kumimoji="1" lang="en-US" altLang="ja-JP"/>
              <a:t>          </a:t>
            </a:r>
          </a:p>
          <a:p>
            <a:pPr lvl="0"/>
            <a:r>
              <a:rPr kumimoji="1" lang="ja-JP" altLang="en-US"/>
              <a:t>游ゴシック</a:t>
            </a:r>
            <a:r>
              <a:rPr kumimoji="1" lang="en-US" altLang="ja-JP"/>
              <a:t>/Bold</a:t>
            </a:r>
          </a:p>
        </p:txBody>
      </p:sp>
      <p:sp>
        <p:nvSpPr>
          <p:cNvPr id="3" name="コンテンツ プレースホルダー 12">
            <a:extLst>
              <a:ext uri="{FF2B5EF4-FFF2-40B4-BE49-F238E27FC236}">
                <a16:creationId xmlns:a16="http://schemas.microsoft.com/office/drawing/2014/main" id="{A1ED2FF8-9462-1D57-B7AA-32BCEA1BC89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7434942" y="1475590"/>
            <a:ext cx="4509711" cy="356531"/>
          </a:xfrm>
          <a:prstGeom prst="rect">
            <a:avLst/>
          </a:prstGeom>
        </p:spPr>
        <p:txBody>
          <a:bodyPr lIns="90000" anchor="ctr">
            <a:noAutofit/>
          </a:bodyPr>
          <a:lstStyle>
            <a:lvl1pPr marL="0" indent="0" algn="r">
              <a:lnSpc>
                <a:spcPct val="150000"/>
              </a:lnSpc>
              <a:spcBef>
                <a:spcPts val="0"/>
              </a:spcBef>
              <a:buNone/>
              <a:defRPr sz="1400" b="1" i="0">
                <a:solidFill>
                  <a:schemeClr val="tx2"/>
                </a:solidFill>
                <a:latin typeface="+mn-ea"/>
                <a:ea typeface="+mn-ea"/>
              </a:defRPr>
            </a:lvl1pPr>
            <a:lvl2pPr marL="4572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2pPr>
            <a:lvl3pPr marL="9144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3pPr>
            <a:lvl4pPr marL="13716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4pPr>
            <a:lvl5pPr marL="18288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5pPr>
          </a:lstStyle>
          <a:p>
            <a:pPr lvl="0"/>
            <a:r>
              <a:rPr kumimoji="1" lang="ja-JP" altLang="en-US"/>
              <a:t>イベント名・日付</a:t>
            </a:r>
            <a:r>
              <a:rPr kumimoji="1" lang="en-US" altLang="ja-JP"/>
              <a:t> </a:t>
            </a:r>
            <a:r>
              <a:rPr kumimoji="1" lang="ja-JP" altLang="en-US"/>
              <a:t>　　　游ゴシック</a:t>
            </a:r>
            <a:r>
              <a:rPr kumimoji="1" lang="en-US" altLang="ja-JP"/>
              <a:t> /Bold</a:t>
            </a:r>
            <a:r>
              <a:rPr kumimoji="1" lang="ja-JP" altLang="en-US"/>
              <a:t>　　</a:t>
            </a:r>
          </a:p>
        </p:txBody>
      </p:sp>
    </p:spTree>
    <p:extLst>
      <p:ext uri="{BB962C8B-B14F-4D97-AF65-F5344CB8AC3E}">
        <p14:creationId xmlns:p14="http://schemas.microsoft.com/office/powerpoint/2010/main" val="192528459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-中表紙スライド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DC0F47B4-DF50-5051-5B14-DE4EEDCD918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2831E5C8-18EB-2484-7419-A7621BEDE70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697038" y="217858"/>
            <a:ext cx="2160000" cy="438661"/>
          </a:xfrm>
          <a:prstGeom prst="rect">
            <a:avLst/>
          </a:prstGeom>
        </p:spPr>
      </p:pic>
      <p:sp>
        <p:nvSpPr>
          <p:cNvPr id="4" name="タイトル 6">
            <a:extLst>
              <a:ext uri="{FF2B5EF4-FFF2-40B4-BE49-F238E27FC236}">
                <a16:creationId xmlns:a16="http://schemas.microsoft.com/office/drawing/2014/main" id="{AF7EF454-1737-6C1B-59FF-6E6B61B85D4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4040" y="2623199"/>
            <a:ext cx="10927080" cy="589915"/>
          </a:xfrm>
          <a:prstGeom prst="rect">
            <a:avLst/>
          </a:prstGeom>
        </p:spPr>
        <p:txBody>
          <a:bodyPr anchor="ctr"/>
          <a:lstStyle>
            <a:lvl1pPr algn="ctr">
              <a:defRPr sz="3600" b="1" i="0">
                <a:solidFill>
                  <a:schemeClr val="tx2"/>
                </a:solidFill>
                <a:latin typeface="+mn-ea"/>
                <a:ea typeface="+mn-ea"/>
              </a:defRPr>
            </a:lvl1pPr>
          </a:lstStyle>
          <a:p>
            <a:r>
              <a:rPr kumimoji="1" lang="ja-JP" altLang="en-US"/>
              <a:t>タイトル</a:t>
            </a:r>
            <a:r>
              <a:rPr kumimoji="1" lang="en-US" altLang="ja-JP"/>
              <a:t>    </a:t>
            </a:r>
            <a:r>
              <a:rPr kumimoji="1" lang="ja-JP" altLang="en-US"/>
              <a:t>游ゴシック</a:t>
            </a:r>
            <a:r>
              <a:rPr kumimoji="1" lang="en-US" altLang="ja-JP"/>
              <a:t>/Bold</a:t>
            </a:r>
            <a:endParaRPr kumimoji="1" lang="ja-JP" altLang="en-US"/>
          </a:p>
        </p:txBody>
      </p:sp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FE49821C-314C-A319-5974-669DFE73590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0D93E39-1AFA-2A42-BAF4-0CDD5F6E9A80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2963869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-中表紙スライド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図 8" descr="図形, 背景パターン&#10;&#10;自動的に生成された説明">
            <a:extLst>
              <a:ext uri="{FF2B5EF4-FFF2-40B4-BE49-F238E27FC236}">
                <a16:creationId xmlns:a16="http://schemas.microsoft.com/office/drawing/2014/main" id="{EDA50170-5274-385C-B6E6-B3C076E9ACC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64AE62DC-41F4-6B39-3960-021C4F9297C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697038" y="217858"/>
            <a:ext cx="2160000" cy="438661"/>
          </a:xfrm>
          <a:prstGeom prst="rect">
            <a:avLst/>
          </a:prstGeom>
        </p:spPr>
      </p:pic>
      <p:sp>
        <p:nvSpPr>
          <p:cNvPr id="4" name="タイトル 6">
            <a:extLst>
              <a:ext uri="{FF2B5EF4-FFF2-40B4-BE49-F238E27FC236}">
                <a16:creationId xmlns:a16="http://schemas.microsoft.com/office/drawing/2014/main" id="{454D65FC-2A2B-4BF4-4649-A4D4326D05F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4040" y="2623199"/>
            <a:ext cx="10927080" cy="589915"/>
          </a:xfrm>
          <a:prstGeom prst="rect">
            <a:avLst/>
          </a:prstGeom>
        </p:spPr>
        <p:txBody>
          <a:bodyPr anchor="ctr"/>
          <a:lstStyle>
            <a:lvl1pPr algn="ctr">
              <a:defRPr sz="3600" b="1" i="0">
                <a:solidFill>
                  <a:schemeClr val="tx2"/>
                </a:solidFill>
                <a:latin typeface="+mn-ea"/>
                <a:ea typeface="+mn-ea"/>
              </a:defRPr>
            </a:lvl1pPr>
          </a:lstStyle>
          <a:p>
            <a:r>
              <a:rPr kumimoji="1" lang="ja-JP" altLang="en-US"/>
              <a:t>タイトル</a:t>
            </a:r>
            <a:r>
              <a:rPr kumimoji="1" lang="en-US" altLang="ja-JP"/>
              <a:t>    </a:t>
            </a:r>
            <a:r>
              <a:rPr kumimoji="1" lang="ja-JP" altLang="en-US"/>
              <a:t>游ゴシック</a:t>
            </a:r>
            <a:r>
              <a:rPr kumimoji="1" lang="en-US" altLang="ja-JP"/>
              <a:t>/Bold</a:t>
            </a:r>
            <a:endParaRPr kumimoji="1" lang="ja-JP" altLang="en-US"/>
          </a:p>
        </p:txBody>
      </p:sp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4C66FA5D-9CFE-6140-1F7C-0FE2713CC42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0D93E39-1AFA-2A42-BAF4-0CDD5F6E9A80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8276131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目次ペー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64AE62DC-41F4-6B39-3960-021C4F9297C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697038" y="217858"/>
            <a:ext cx="2160000" cy="438661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B1CE82A2-7DDF-1AFA-31D2-9A3B8F00F213}"/>
              </a:ext>
            </a:extLst>
          </p:cNvPr>
          <p:cNvSpPr/>
          <p:nvPr userDrawn="1"/>
        </p:nvSpPr>
        <p:spPr>
          <a:xfrm>
            <a:off x="12084000" y="0"/>
            <a:ext cx="108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bg2"/>
              </a:solidFill>
            </a:endParaRPr>
          </a:p>
        </p:txBody>
      </p:sp>
      <p:sp>
        <p:nvSpPr>
          <p:cNvPr id="6" name="タイトル 5">
            <a:extLst>
              <a:ext uri="{FF2B5EF4-FFF2-40B4-BE49-F238E27FC236}">
                <a16:creationId xmlns:a16="http://schemas.microsoft.com/office/drawing/2014/main" id="{57791F3D-B350-D567-6C2C-B67151B5BF6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844" y="272360"/>
            <a:ext cx="8941904" cy="509518"/>
          </a:xfrm>
          <a:prstGeom prst="rect">
            <a:avLst/>
          </a:prstGeom>
        </p:spPr>
        <p:txBody>
          <a:bodyPr/>
          <a:lstStyle>
            <a:lvl1pPr>
              <a:defRPr sz="3600" b="1" i="0">
                <a:solidFill>
                  <a:schemeClr val="tx2"/>
                </a:solidFill>
                <a:latin typeface="+mn-ea"/>
                <a:ea typeface="+mn-ea"/>
              </a:defRPr>
            </a:lvl1pPr>
          </a:lstStyle>
          <a:p>
            <a:r>
              <a:rPr kumimoji="1" lang="ja-JP" altLang="en-US"/>
              <a:t>目次</a:t>
            </a:r>
            <a:r>
              <a:rPr kumimoji="1" lang="en-US" altLang="ja-JP"/>
              <a:t>    </a:t>
            </a:r>
            <a:r>
              <a:rPr kumimoji="1" lang="ja-JP" altLang="en-US"/>
              <a:t>游ゴシック</a:t>
            </a:r>
            <a:r>
              <a:rPr kumimoji="1" lang="en-US" altLang="ja-JP"/>
              <a:t>/Bold</a:t>
            </a:r>
            <a:endParaRPr kumimoji="1" lang="ja-JP" altLang="en-US"/>
          </a:p>
        </p:txBody>
      </p:sp>
      <p:sp>
        <p:nvSpPr>
          <p:cNvPr id="9" name="コンテンツ プレースホルダー 8">
            <a:extLst>
              <a:ext uri="{FF2B5EF4-FFF2-40B4-BE49-F238E27FC236}">
                <a16:creationId xmlns:a16="http://schemas.microsoft.com/office/drawing/2014/main" id="{C0D7CFC8-5C2F-8631-B3FF-F2A47F351D41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517386" y="1202844"/>
            <a:ext cx="11210787" cy="3048000"/>
          </a:xfrm>
          <a:prstGeom prst="rect">
            <a:avLst/>
          </a:prstGeom>
        </p:spPr>
        <p:txBody>
          <a:bodyPr/>
          <a:lstStyle>
            <a:lvl1pPr marL="514350" indent="-514350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  <a:defRPr sz="2400" b="1">
                <a:latin typeface="+mn-ea"/>
                <a:ea typeface="+mn-ea"/>
              </a:defRPr>
            </a:lvl1pPr>
            <a:lvl2pPr marL="800100" indent="-342900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b="1">
                <a:latin typeface="+mn-ea"/>
                <a:ea typeface="+mn-ea"/>
              </a:defRPr>
            </a:lvl2pPr>
            <a:lvl3pPr marL="1257300" indent="-342900">
              <a:lnSpc>
                <a:spcPct val="120000"/>
              </a:lnSpc>
              <a:buFont typeface="Arial" panose="020B0604020202020204" pitchFamily="34" charset="0"/>
              <a:buChar char="•"/>
              <a:defRPr b="1">
                <a:latin typeface="+mn-ea"/>
                <a:ea typeface="+mn-ea"/>
              </a:defRPr>
            </a:lvl3pPr>
            <a:lvl4pPr marL="1657350" indent="-285750">
              <a:lnSpc>
                <a:spcPct val="120000"/>
              </a:lnSpc>
              <a:buFont typeface="Arial" panose="020B0604020202020204" pitchFamily="34" charset="0"/>
              <a:buChar char="•"/>
              <a:defRPr sz="2000" b="1">
                <a:latin typeface="+mn-ea"/>
                <a:ea typeface="+mn-ea"/>
              </a:defRPr>
            </a:lvl4pPr>
            <a:lvl5pPr marL="2114550" indent="-285750">
              <a:lnSpc>
                <a:spcPct val="120000"/>
              </a:lnSpc>
              <a:buFont typeface="Arial" panose="020B0604020202020204" pitchFamily="34" charset="0"/>
              <a:buChar char="•"/>
              <a:defRPr b="1">
                <a:latin typeface="+mn-ea"/>
                <a:ea typeface="+mn-ea"/>
              </a:defRPr>
            </a:lvl5pPr>
            <a:lvl6pPr>
              <a:defRPr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6pPr>
            <a:lvl7pPr marL="3028950" indent="-285750">
              <a:buFont typeface="Arial" panose="020B0604020202020204" pitchFamily="34" charset="0"/>
              <a:buChar char="•"/>
              <a:defRPr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7pPr>
            <a:lvl8pPr marL="3486150" indent="-285750">
              <a:buFont typeface="Arial" panose="020B0604020202020204" pitchFamily="34" charset="0"/>
              <a:buChar char="•"/>
              <a:defRPr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8pPr>
            <a:lvl9pPr marL="3943350" indent="-285750">
              <a:buFont typeface="Arial" panose="020B0604020202020204" pitchFamily="34" charset="0"/>
              <a:buChar char="•"/>
              <a:defRPr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9pPr>
          </a:lstStyle>
          <a:p>
            <a:pPr lvl="0"/>
            <a:r>
              <a:rPr kumimoji="1" lang="ja-JP" altLang="en-US" dirty="0"/>
              <a:t>タイトル</a:t>
            </a:r>
            <a:r>
              <a:rPr kumimoji="1" lang="en-US" altLang="ja-JP" dirty="0"/>
              <a:t> </a:t>
            </a:r>
            <a:r>
              <a:rPr kumimoji="1" lang="ja-JP" altLang="en-US" dirty="0"/>
              <a:t>　　游ゴシック</a:t>
            </a:r>
            <a:r>
              <a:rPr kumimoji="1" lang="en-US" altLang="ja-JP" dirty="0"/>
              <a:t>/Bold</a:t>
            </a:r>
          </a:p>
          <a:p>
            <a:pPr lvl="1"/>
            <a:r>
              <a:rPr kumimoji="1" lang="ja-JP" altLang="en-US" dirty="0"/>
              <a:t>サブタイトル</a:t>
            </a:r>
            <a:endParaRPr kumimoji="1" lang="en-US" altLang="ja-JP" dirty="0"/>
          </a:p>
          <a:p>
            <a:pPr lvl="2"/>
            <a:r>
              <a:rPr kumimoji="1" lang="ja-JP" altLang="en-US" dirty="0"/>
              <a:t>サブタイトル</a:t>
            </a:r>
            <a:endParaRPr kumimoji="1" lang="en-US" altLang="ja-JP" dirty="0"/>
          </a:p>
          <a:p>
            <a:pPr lvl="3"/>
            <a:r>
              <a:rPr kumimoji="1" lang="ja-JP" altLang="en-US" dirty="0"/>
              <a:t>サブタイトル</a:t>
            </a:r>
            <a:endParaRPr kumimoji="1" lang="en-US" altLang="ja-JP" dirty="0"/>
          </a:p>
          <a:p>
            <a:pPr lvl="4"/>
            <a:r>
              <a:rPr kumimoji="1" lang="ja-JP" altLang="en-US" dirty="0"/>
              <a:t>サブタイトル</a:t>
            </a:r>
            <a:endParaRPr kumimoji="1" lang="en-US" altLang="ja-JP" dirty="0"/>
          </a:p>
          <a:p>
            <a:pPr lvl="5"/>
            <a:r>
              <a:rPr kumimoji="1" lang="ja-JP" altLang="en-US" dirty="0"/>
              <a:t>サブタイトル</a:t>
            </a:r>
            <a:endParaRPr kumimoji="1" lang="en-US" altLang="ja-JP" dirty="0"/>
          </a:p>
          <a:p>
            <a:pPr lvl="6"/>
            <a:r>
              <a:rPr kumimoji="1" lang="ja-JP" altLang="en-US" dirty="0"/>
              <a:t>サブタイトル</a:t>
            </a:r>
            <a:endParaRPr kumimoji="1" lang="en-US" altLang="ja-JP" dirty="0"/>
          </a:p>
          <a:p>
            <a:pPr lvl="7"/>
            <a:r>
              <a:rPr kumimoji="1" lang="ja-JP" altLang="en-US" dirty="0"/>
              <a:t>サブタイトル</a:t>
            </a:r>
            <a:endParaRPr kumimoji="1" lang="en-US" altLang="ja-JP" dirty="0"/>
          </a:p>
          <a:p>
            <a:pPr lvl="8"/>
            <a:r>
              <a:rPr kumimoji="1" lang="ja-JP" altLang="en-US" dirty="0"/>
              <a:t>サブタイトル</a:t>
            </a:r>
            <a:endParaRPr kumimoji="1" lang="en-US" altLang="ja-JP" dirty="0"/>
          </a:p>
          <a:p>
            <a:pPr lvl="5"/>
            <a:endParaRPr kumimoji="1" lang="en-US" altLang="ja-JP" dirty="0"/>
          </a:p>
          <a:p>
            <a:pPr lvl="5"/>
            <a:endParaRPr kumimoji="1" lang="en-US" altLang="ja-JP" dirty="0"/>
          </a:p>
          <a:p>
            <a:pPr lvl="0"/>
            <a:r>
              <a:rPr kumimoji="1" lang="ja-JP" altLang="en-US" dirty="0"/>
              <a:t>タイトル</a:t>
            </a:r>
            <a:endParaRPr kumimoji="1" lang="en-US" altLang="ja-JP" dirty="0"/>
          </a:p>
          <a:p>
            <a:pPr lvl="1"/>
            <a:r>
              <a:rPr kumimoji="1" lang="ja-JP" altLang="en-US" dirty="0"/>
              <a:t>サブタイトル</a:t>
            </a:r>
            <a:endParaRPr kumimoji="1" lang="en-US" altLang="ja-JP" dirty="0"/>
          </a:p>
          <a:p>
            <a:pPr lvl="2"/>
            <a:r>
              <a:rPr kumimoji="1" lang="ja-JP" altLang="en-US" dirty="0"/>
              <a:t>サブタイトル</a:t>
            </a:r>
            <a:endParaRPr kumimoji="1" lang="en-US" altLang="ja-JP" dirty="0"/>
          </a:p>
          <a:p>
            <a:pPr lvl="3"/>
            <a:r>
              <a:rPr kumimoji="1" lang="ja-JP" altLang="en-US" dirty="0"/>
              <a:t>サブタイトル</a:t>
            </a:r>
            <a:endParaRPr kumimoji="1" lang="en-US" altLang="ja-JP" dirty="0"/>
          </a:p>
          <a:p>
            <a:pPr lvl="4"/>
            <a:r>
              <a:rPr kumimoji="1" lang="ja-JP" altLang="en-US" dirty="0"/>
              <a:t>サブタイトル</a:t>
            </a:r>
            <a:endParaRPr kumimoji="1" lang="en-US" altLang="ja-JP" dirty="0"/>
          </a:p>
          <a:p>
            <a:pPr lvl="5"/>
            <a:r>
              <a:rPr kumimoji="1" lang="ja-JP" altLang="en-US" dirty="0"/>
              <a:t>サブタイトル</a:t>
            </a:r>
            <a:endParaRPr kumimoji="1" lang="en-US" altLang="ja-JP" dirty="0"/>
          </a:p>
          <a:p>
            <a:pPr lvl="6"/>
            <a:r>
              <a:rPr kumimoji="1" lang="ja-JP" altLang="en-US" dirty="0"/>
              <a:t>サブタイトル</a:t>
            </a:r>
            <a:endParaRPr kumimoji="1" lang="en-US" altLang="ja-JP" dirty="0"/>
          </a:p>
          <a:p>
            <a:pPr lvl="7"/>
            <a:r>
              <a:rPr kumimoji="1" lang="ja-JP" altLang="en-US" dirty="0"/>
              <a:t>サブタイトル</a:t>
            </a:r>
            <a:endParaRPr kumimoji="1" lang="en-US" altLang="ja-JP" dirty="0"/>
          </a:p>
          <a:p>
            <a:pPr lvl="4"/>
            <a:endParaRPr kumimoji="1" lang="en-US" altLang="ja-JP" b="1" dirty="0">
              <a:latin typeface="+mn-ea"/>
              <a:ea typeface="+mn-ea"/>
            </a:endParaRPr>
          </a:p>
          <a:p>
            <a:pPr lvl="4"/>
            <a:endParaRPr kumimoji="1" lang="en-US" altLang="ja-JP" b="1" dirty="0">
              <a:latin typeface="+mn-ea"/>
              <a:ea typeface="+mn-ea"/>
            </a:endParaRPr>
          </a:p>
          <a:p>
            <a:pPr lvl="2"/>
            <a:endParaRPr kumimoji="1" lang="en-US" altLang="ja-JP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0926DCBC-CB1E-FAC7-85CE-489FF80ED52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0D93E39-1AFA-2A42-BAF4-0CDD5F6E9A80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1002389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コンテンツ1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8C62F9CC-06A9-39F5-8724-BFEC38A153A7}"/>
              </a:ext>
            </a:extLst>
          </p:cNvPr>
          <p:cNvSpPr/>
          <p:nvPr userDrawn="1"/>
        </p:nvSpPr>
        <p:spPr>
          <a:xfrm>
            <a:off x="12084000" y="0"/>
            <a:ext cx="108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bg2"/>
              </a:solidFill>
            </a:endParaRPr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05DC1476-CC62-5D3A-80A7-BE632138603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697038" y="217858"/>
            <a:ext cx="2160000" cy="438661"/>
          </a:xfrm>
          <a:prstGeom prst="rect">
            <a:avLst/>
          </a:prstGeom>
        </p:spPr>
      </p:pic>
      <p:sp>
        <p:nvSpPr>
          <p:cNvPr id="5" name="タイトル 5">
            <a:extLst>
              <a:ext uri="{FF2B5EF4-FFF2-40B4-BE49-F238E27FC236}">
                <a16:creationId xmlns:a16="http://schemas.microsoft.com/office/drawing/2014/main" id="{289A1639-25BB-AA50-FA6D-F9E298EDF7B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844" y="272360"/>
            <a:ext cx="8941904" cy="509518"/>
          </a:xfrm>
          <a:prstGeom prst="rect">
            <a:avLst/>
          </a:prstGeom>
        </p:spPr>
        <p:txBody>
          <a:bodyPr/>
          <a:lstStyle>
            <a:lvl1pPr>
              <a:defRPr sz="3600" b="1" i="0">
                <a:solidFill>
                  <a:schemeClr val="tx2"/>
                </a:solidFill>
                <a:latin typeface="+mn-ea"/>
                <a:ea typeface="+mn-ea"/>
              </a:defRPr>
            </a:lvl1pPr>
          </a:lstStyle>
          <a:p>
            <a:r>
              <a:rPr kumimoji="1" lang="ja-JP" altLang="en-US"/>
              <a:t>タイトル　游ゴシック</a:t>
            </a:r>
            <a:r>
              <a:rPr kumimoji="1" lang="en-US" altLang="ja-JP"/>
              <a:t>/Bold</a:t>
            </a:r>
            <a:endParaRPr kumimoji="1" lang="ja-JP" altLang="en-US"/>
          </a:p>
        </p:txBody>
      </p:sp>
      <p:sp>
        <p:nvSpPr>
          <p:cNvPr id="6" name="コンテンツ プレースホルダー 8">
            <a:extLst>
              <a:ext uri="{FF2B5EF4-FFF2-40B4-BE49-F238E27FC236}">
                <a16:creationId xmlns:a16="http://schemas.microsoft.com/office/drawing/2014/main" id="{561C8825-E86E-6414-62C6-23CED23BFA72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188844" y="947058"/>
            <a:ext cx="11668194" cy="150706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400" b="1">
                <a:latin typeface="+mn-ea"/>
                <a:ea typeface="+mn-ea"/>
              </a:defRPr>
            </a:lvl1pPr>
            <a:lvl2pPr marL="457200" indent="0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Font typeface="+mj-lt"/>
              <a:buNone/>
              <a:defRPr sz="2000" b="1">
                <a:latin typeface="+mn-ea"/>
                <a:ea typeface="+mn-ea"/>
              </a:defRPr>
            </a:lvl2pPr>
            <a:lvl3pPr marL="914400" indent="0">
              <a:lnSpc>
                <a:spcPct val="120000"/>
              </a:lnSpc>
              <a:buFont typeface="+mj-lt"/>
              <a:buNone/>
              <a:defRPr b="1">
                <a:latin typeface="+mn-ea"/>
                <a:ea typeface="+mn-ea"/>
              </a:defRPr>
            </a:lvl3pPr>
            <a:lvl4pPr marL="1371600" indent="0">
              <a:lnSpc>
                <a:spcPct val="120000"/>
              </a:lnSpc>
              <a:buFont typeface="+mj-lt"/>
              <a:buNone/>
              <a:defRPr b="1">
                <a:latin typeface="+mn-ea"/>
                <a:ea typeface="+mn-ea"/>
              </a:defRPr>
            </a:lvl4pPr>
            <a:lvl5pPr marL="1828800" indent="0">
              <a:lnSpc>
                <a:spcPct val="120000"/>
              </a:lnSpc>
              <a:buFont typeface="+mj-lt"/>
              <a:buNone/>
              <a:defRPr kumimoji="1" lang="en-US" altLang="ja-JP" b="1" smtClean="0">
                <a:latin typeface="+mn-ea"/>
              </a:defRPr>
            </a:lvl5pPr>
            <a:lvl6pPr marL="2286000" indent="0">
              <a:buNone/>
              <a:defRPr b="1"/>
            </a:lvl6pPr>
            <a:lvl7pPr marL="2743200" indent="0">
              <a:buNone/>
              <a:defRPr b="1"/>
            </a:lvl7pPr>
            <a:lvl8pPr marL="3200400" indent="0">
              <a:buNone/>
              <a:defRPr b="1"/>
            </a:lvl8pPr>
            <a:lvl9pPr marL="3657600" indent="0">
              <a:buNone/>
              <a:defRPr b="1"/>
            </a:lvl9pPr>
          </a:lstStyle>
          <a:p>
            <a:pPr lvl="0"/>
            <a:r>
              <a:rPr kumimoji="1" lang="ja-JP" altLang="en-US" dirty="0"/>
              <a:t>見出し　游ゴシック</a:t>
            </a:r>
            <a:r>
              <a:rPr kumimoji="1" lang="en-US" altLang="ja-JP" dirty="0"/>
              <a:t>/Bold</a:t>
            </a:r>
          </a:p>
          <a:p>
            <a:pPr lvl="1"/>
            <a:r>
              <a:rPr kumimoji="1" lang="ja-JP" altLang="en-US" dirty="0"/>
              <a:t>小見出し</a:t>
            </a:r>
            <a:endParaRPr kumimoji="1" lang="en-US" altLang="ja-JP" dirty="0"/>
          </a:p>
          <a:p>
            <a:pPr lvl="2"/>
            <a:r>
              <a:rPr kumimoji="1" lang="ja-JP" altLang="en-US" dirty="0"/>
              <a:t>小見出し</a:t>
            </a:r>
            <a:endParaRPr kumimoji="1" lang="en-US" altLang="ja-JP" dirty="0"/>
          </a:p>
          <a:p>
            <a:pPr lvl="3"/>
            <a:r>
              <a:rPr kumimoji="1" lang="ja-JP" altLang="en-US" dirty="0">
                <a:latin typeface="+mn-ea"/>
                <a:ea typeface="+mn-ea"/>
              </a:rPr>
              <a:t>小見出し</a:t>
            </a:r>
            <a:endParaRPr kumimoji="1" lang="en-US" altLang="ja-JP" dirty="0">
              <a:latin typeface="+mn-ea"/>
              <a:ea typeface="+mn-ea"/>
            </a:endParaRPr>
          </a:p>
          <a:p>
            <a:pPr lvl="4"/>
            <a:r>
              <a:rPr kumimoji="1" lang="ja-JP" altLang="en-US" dirty="0">
                <a:latin typeface="+mn-ea"/>
                <a:ea typeface="+mn-ea"/>
              </a:rPr>
              <a:t>小見出し</a:t>
            </a:r>
            <a:endParaRPr kumimoji="1" lang="en-US" altLang="ja-JP" dirty="0">
              <a:latin typeface="+mn-ea"/>
              <a:ea typeface="+mn-ea"/>
            </a:endParaRPr>
          </a:p>
          <a:p>
            <a:pPr lvl="5"/>
            <a:r>
              <a:rPr kumimoji="1" lang="ja-JP" altLang="en-US" dirty="0">
                <a:latin typeface="+mn-ea"/>
                <a:ea typeface="+mn-ea"/>
              </a:rPr>
              <a:t>小見出し</a:t>
            </a:r>
            <a:endParaRPr kumimoji="1" lang="en-US" altLang="ja-JP" dirty="0">
              <a:latin typeface="+mn-ea"/>
              <a:ea typeface="+mn-ea"/>
            </a:endParaRPr>
          </a:p>
          <a:p>
            <a:pPr lvl="6"/>
            <a:r>
              <a:rPr kumimoji="1" lang="ja-JP" altLang="en-US" dirty="0">
                <a:latin typeface="+mn-ea"/>
                <a:ea typeface="+mn-ea"/>
              </a:rPr>
              <a:t>小見出し</a:t>
            </a:r>
            <a:endParaRPr kumimoji="1" lang="en-US" altLang="ja-JP" dirty="0">
              <a:latin typeface="+mn-ea"/>
              <a:ea typeface="+mn-ea"/>
            </a:endParaRPr>
          </a:p>
          <a:p>
            <a:pPr lvl="7"/>
            <a:r>
              <a:rPr kumimoji="1" lang="ja-JP" altLang="en-US" dirty="0">
                <a:latin typeface="+mn-ea"/>
                <a:ea typeface="+mn-ea"/>
              </a:rPr>
              <a:t>小見出し</a:t>
            </a:r>
            <a:endParaRPr kumimoji="1" lang="en-US" altLang="ja-JP" dirty="0">
              <a:latin typeface="+mn-ea"/>
              <a:ea typeface="+mn-ea"/>
            </a:endParaRPr>
          </a:p>
          <a:p>
            <a:pPr lvl="8"/>
            <a:r>
              <a:rPr kumimoji="1" lang="ja-JP" altLang="en-US" dirty="0">
                <a:latin typeface="+mn-ea"/>
                <a:ea typeface="+mn-ea"/>
              </a:rPr>
              <a:t>小見出し</a:t>
            </a:r>
            <a:endParaRPr kumimoji="1" lang="en-US" altLang="ja-JP" dirty="0">
              <a:latin typeface="+mn-ea"/>
              <a:ea typeface="+mn-ea"/>
            </a:endParaRPr>
          </a:p>
          <a:p>
            <a:pPr lvl="6"/>
            <a:endParaRPr kumimoji="1" lang="en-US" altLang="ja-JP" dirty="0">
              <a:latin typeface="+mn-ea"/>
              <a:ea typeface="+mn-ea"/>
            </a:endParaRPr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B002B0F8-6464-F50B-878B-38EED79D494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0D93E39-1AFA-2A42-BAF4-0CDD5F6E9A80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9142670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コンテンツ1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8C62F9CC-06A9-39F5-8724-BFEC38A153A7}"/>
              </a:ext>
            </a:extLst>
          </p:cNvPr>
          <p:cNvSpPr/>
          <p:nvPr userDrawn="1"/>
        </p:nvSpPr>
        <p:spPr>
          <a:xfrm>
            <a:off x="12084000" y="0"/>
            <a:ext cx="108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bg2"/>
              </a:solidFill>
            </a:endParaRPr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05DC1476-CC62-5D3A-80A7-BE632138603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697038" y="217858"/>
            <a:ext cx="2160000" cy="438661"/>
          </a:xfrm>
          <a:prstGeom prst="rect">
            <a:avLst/>
          </a:prstGeom>
        </p:spPr>
      </p:pic>
      <p:sp>
        <p:nvSpPr>
          <p:cNvPr id="5" name="タイトル 5">
            <a:extLst>
              <a:ext uri="{FF2B5EF4-FFF2-40B4-BE49-F238E27FC236}">
                <a16:creationId xmlns:a16="http://schemas.microsoft.com/office/drawing/2014/main" id="{289A1639-25BB-AA50-FA6D-F9E298EDF7B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844" y="272360"/>
            <a:ext cx="8941904" cy="509518"/>
          </a:xfrm>
          <a:prstGeom prst="rect">
            <a:avLst/>
          </a:prstGeom>
        </p:spPr>
        <p:txBody>
          <a:bodyPr/>
          <a:lstStyle>
            <a:lvl1pPr>
              <a:defRPr sz="3600" b="1" i="0">
                <a:solidFill>
                  <a:schemeClr val="tx2"/>
                </a:solidFill>
                <a:latin typeface="+mn-ea"/>
                <a:ea typeface="+mn-ea"/>
              </a:defRPr>
            </a:lvl1pPr>
          </a:lstStyle>
          <a:p>
            <a:r>
              <a:rPr kumimoji="1" lang="ja-JP" altLang="en-US"/>
              <a:t>タイトル　　游ゴシック</a:t>
            </a:r>
            <a:r>
              <a:rPr kumimoji="1" lang="en-US" altLang="ja-JP"/>
              <a:t>/Bold</a:t>
            </a:r>
            <a:endParaRPr kumimoji="1" lang="ja-JP" altLang="en-US"/>
          </a:p>
        </p:txBody>
      </p:sp>
      <p:sp>
        <p:nvSpPr>
          <p:cNvPr id="6" name="コンテンツ プレースホルダー 8">
            <a:extLst>
              <a:ext uri="{FF2B5EF4-FFF2-40B4-BE49-F238E27FC236}">
                <a16:creationId xmlns:a16="http://schemas.microsoft.com/office/drawing/2014/main" id="{561C8825-E86E-6414-62C6-23CED23BFA72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188844" y="947058"/>
            <a:ext cx="11668194" cy="5474824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800" b="0" i="0">
                <a:latin typeface="Yu Gothic Medium" panose="020B0400000000000000" pitchFamily="34" charset="-128"/>
                <a:ea typeface="Yu Gothic Medium" panose="020B0400000000000000" pitchFamily="34" charset="-128"/>
              </a:defRPr>
            </a:lvl1pPr>
            <a:lvl2pPr marL="742950" indent="-285750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b="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2pPr>
            <a:lvl3pPr marL="1200150" indent="-285750">
              <a:lnSpc>
                <a:spcPct val="120000"/>
              </a:lnSpc>
              <a:buFont typeface="Arial" panose="020B0604020202020204" pitchFamily="34" charset="0"/>
              <a:buChar char="•"/>
              <a:defRPr sz="180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3pPr>
            <a:lvl4pPr marL="1714500" indent="-342900">
              <a:lnSpc>
                <a:spcPct val="120000"/>
              </a:lnSpc>
              <a:buFont typeface="Arial" panose="020B0604020202020204" pitchFamily="34" charset="0"/>
              <a:buChar char="•"/>
              <a:defRPr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4pPr>
            <a:lvl5pPr marL="2171700" indent="-342900">
              <a:lnSpc>
                <a:spcPct val="120000"/>
              </a:lnSpc>
              <a:buFont typeface="Arial" panose="020B0604020202020204" pitchFamily="34" charset="0"/>
              <a:buChar char="•"/>
              <a:defRPr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5pPr>
            <a:lvl6pPr>
              <a:defRPr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6pPr>
            <a:lvl7pPr>
              <a:defRPr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7pPr>
            <a:lvl8pPr>
              <a:defRPr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8pPr>
            <a:lvl9pPr>
              <a:defRPr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9pPr>
          </a:lstStyle>
          <a:p>
            <a:pPr lvl="0"/>
            <a:r>
              <a:rPr kumimoji="1" lang="ja-JP" altLang="en-US" dirty="0"/>
              <a:t>本文　游ゴシック</a:t>
            </a:r>
            <a:r>
              <a:rPr kumimoji="1" lang="en-US" altLang="ja-JP" dirty="0"/>
              <a:t>/Medium</a:t>
            </a:r>
          </a:p>
          <a:p>
            <a:pPr lvl="1"/>
            <a:r>
              <a:rPr kumimoji="1" lang="ja-JP" altLang="en-US" dirty="0"/>
              <a:t>第</a:t>
            </a:r>
            <a:r>
              <a:rPr kumimoji="1" lang="en-US" altLang="ja-JP" dirty="0"/>
              <a:t>2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2"/>
            <a:r>
              <a:rPr kumimoji="1" lang="ja-JP" altLang="en-US" dirty="0"/>
              <a:t>第</a:t>
            </a:r>
            <a:r>
              <a:rPr kumimoji="1" lang="en-US" altLang="ja-JP" dirty="0"/>
              <a:t>3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3"/>
            <a:r>
              <a:rPr kumimoji="1" lang="ja-JP" altLang="en-US" dirty="0"/>
              <a:t>第</a:t>
            </a:r>
            <a:r>
              <a:rPr kumimoji="1" lang="en-US" altLang="ja-JP" dirty="0"/>
              <a:t>4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4"/>
            <a:r>
              <a:rPr kumimoji="1" lang="ja-JP" altLang="en-US" dirty="0"/>
              <a:t>第</a:t>
            </a:r>
            <a:r>
              <a:rPr kumimoji="1" lang="en-US" altLang="ja-JP" dirty="0"/>
              <a:t>5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5"/>
            <a:r>
              <a:rPr kumimoji="1" lang="ja-JP" altLang="en-US" dirty="0"/>
              <a:t>第</a:t>
            </a:r>
            <a:r>
              <a:rPr kumimoji="1" lang="en-US" altLang="ja-JP" dirty="0"/>
              <a:t>6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6"/>
            <a:r>
              <a:rPr kumimoji="1" lang="ja-JP" altLang="en-US" dirty="0"/>
              <a:t>第</a:t>
            </a:r>
            <a:r>
              <a:rPr kumimoji="1" lang="en-US" altLang="ja-JP" dirty="0"/>
              <a:t>7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7"/>
            <a:r>
              <a:rPr kumimoji="1" lang="ja-JP" altLang="en-US" dirty="0"/>
              <a:t>第</a:t>
            </a:r>
            <a:r>
              <a:rPr kumimoji="1" lang="en-US" altLang="ja-JP" dirty="0"/>
              <a:t>8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8"/>
            <a:r>
              <a:rPr kumimoji="1" lang="ja-JP" altLang="en-US" dirty="0"/>
              <a:t>第</a:t>
            </a:r>
            <a:r>
              <a:rPr kumimoji="1" lang="en-US" altLang="ja-JP" dirty="0"/>
              <a:t>9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1"/>
            <a:endParaRPr kumimoji="1" lang="en-US" altLang="ja-JP" dirty="0">
              <a:latin typeface="+mn-ea"/>
              <a:ea typeface="+mn-ea"/>
            </a:endParaRPr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B002B0F8-6464-F50B-878B-38EED79D494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0D93E39-1AFA-2A42-BAF4-0CDD5F6E9A80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0545272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コンテンツ1-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8C62F9CC-06A9-39F5-8724-BFEC38A153A7}"/>
              </a:ext>
            </a:extLst>
          </p:cNvPr>
          <p:cNvSpPr/>
          <p:nvPr userDrawn="1"/>
        </p:nvSpPr>
        <p:spPr>
          <a:xfrm>
            <a:off x="12084000" y="0"/>
            <a:ext cx="108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bg2"/>
              </a:solidFill>
            </a:endParaRPr>
          </a:p>
        </p:txBody>
      </p:sp>
      <p:sp>
        <p:nvSpPr>
          <p:cNvPr id="5" name="タイトル 5">
            <a:extLst>
              <a:ext uri="{FF2B5EF4-FFF2-40B4-BE49-F238E27FC236}">
                <a16:creationId xmlns:a16="http://schemas.microsoft.com/office/drawing/2014/main" id="{289A1639-25BB-AA50-FA6D-F9E298EDF7B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843" y="272360"/>
            <a:ext cx="10075611" cy="509518"/>
          </a:xfrm>
          <a:prstGeom prst="rect">
            <a:avLst/>
          </a:prstGeom>
        </p:spPr>
        <p:txBody>
          <a:bodyPr/>
          <a:lstStyle>
            <a:lvl1pPr>
              <a:defRPr sz="3600" b="1" i="0">
                <a:solidFill>
                  <a:schemeClr val="tx2"/>
                </a:solidFill>
                <a:latin typeface="+mn-ea"/>
                <a:ea typeface="+mn-ea"/>
              </a:defRPr>
            </a:lvl1pPr>
          </a:lstStyle>
          <a:p>
            <a:r>
              <a:rPr kumimoji="1" lang="ja-JP" altLang="en-US"/>
              <a:t>タイトル</a:t>
            </a:r>
            <a:r>
              <a:rPr kumimoji="1" lang="en-US" altLang="ja-JP"/>
              <a:t>  </a:t>
            </a:r>
            <a:r>
              <a:rPr kumimoji="1" lang="ja-JP" altLang="en-US"/>
              <a:t>　游ゴシック</a:t>
            </a:r>
            <a:r>
              <a:rPr kumimoji="1" lang="en-US" altLang="ja-JP"/>
              <a:t>/Bold</a:t>
            </a:r>
            <a:endParaRPr kumimoji="1" lang="ja-JP" altLang="en-US"/>
          </a:p>
        </p:txBody>
      </p:sp>
      <p:pic>
        <p:nvPicPr>
          <p:cNvPr id="10" name="図 9">
            <a:extLst>
              <a:ext uri="{FF2B5EF4-FFF2-40B4-BE49-F238E27FC236}">
                <a16:creationId xmlns:a16="http://schemas.microsoft.com/office/drawing/2014/main" id="{C60F71B0-097D-0526-6259-1570A078902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91416" y="217858"/>
            <a:ext cx="1365622" cy="648000"/>
          </a:xfrm>
          <a:prstGeom prst="rect">
            <a:avLst/>
          </a:prstGeom>
        </p:spPr>
      </p:pic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064B3119-48C0-8E01-AE32-E7144175602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0D93E39-1AFA-2A42-BAF4-0CDD5F6E9A80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  <p:sp>
        <p:nvSpPr>
          <p:cNvPr id="2" name="コンテンツ プレースホルダー 8">
            <a:extLst>
              <a:ext uri="{FF2B5EF4-FFF2-40B4-BE49-F238E27FC236}">
                <a16:creationId xmlns:a16="http://schemas.microsoft.com/office/drawing/2014/main" id="{F801ECE0-2CE6-CA80-8167-1365EF70C560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188844" y="947058"/>
            <a:ext cx="11668194" cy="150706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400" b="1">
                <a:latin typeface="+mn-ea"/>
                <a:ea typeface="+mn-ea"/>
              </a:defRPr>
            </a:lvl1pPr>
            <a:lvl2pPr marL="457200" indent="0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Font typeface="+mj-lt"/>
              <a:buNone/>
              <a:defRPr sz="2000" b="1">
                <a:latin typeface="+mn-ea"/>
                <a:ea typeface="+mn-ea"/>
              </a:defRPr>
            </a:lvl2pPr>
            <a:lvl3pPr marL="914400" indent="0">
              <a:lnSpc>
                <a:spcPct val="120000"/>
              </a:lnSpc>
              <a:buFont typeface="+mj-lt"/>
              <a:buNone/>
              <a:defRPr b="1">
                <a:latin typeface="+mn-ea"/>
                <a:ea typeface="+mn-ea"/>
              </a:defRPr>
            </a:lvl3pPr>
            <a:lvl4pPr marL="1371600" indent="0">
              <a:lnSpc>
                <a:spcPct val="120000"/>
              </a:lnSpc>
              <a:buFont typeface="+mj-lt"/>
              <a:buNone/>
              <a:defRPr b="1">
                <a:latin typeface="+mn-ea"/>
                <a:ea typeface="+mn-ea"/>
              </a:defRPr>
            </a:lvl4pPr>
            <a:lvl5pPr marL="1828800" indent="0">
              <a:lnSpc>
                <a:spcPct val="120000"/>
              </a:lnSpc>
              <a:buFont typeface="+mj-lt"/>
              <a:buNone/>
              <a:defRPr kumimoji="1" lang="en-US" altLang="ja-JP" b="1" smtClean="0">
                <a:latin typeface="+mn-ea"/>
              </a:defRPr>
            </a:lvl5pPr>
            <a:lvl6pPr marL="2286000" indent="0">
              <a:buNone/>
              <a:defRPr b="1"/>
            </a:lvl6pPr>
            <a:lvl7pPr marL="2743200" indent="0">
              <a:buNone/>
              <a:defRPr b="1"/>
            </a:lvl7pPr>
            <a:lvl8pPr marL="3200400" indent="0">
              <a:buNone/>
              <a:defRPr b="1"/>
            </a:lvl8pPr>
            <a:lvl9pPr marL="3657600" indent="0">
              <a:buNone/>
              <a:defRPr b="1"/>
            </a:lvl9pPr>
          </a:lstStyle>
          <a:p>
            <a:pPr lvl="0"/>
            <a:r>
              <a:rPr kumimoji="1" lang="ja-JP" altLang="en-US" dirty="0"/>
              <a:t>見出し　游ゴシック</a:t>
            </a:r>
            <a:r>
              <a:rPr kumimoji="1" lang="en-US" altLang="ja-JP" dirty="0"/>
              <a:t>/Bold</a:t>
            </a:r>
          </a:p>
          <a:p>
            <a:pPr lvl="1"/>
            <a:r>
              <a:rPr kumimoji="1" lang="ja-JP" altLang="en-US" dirty="0"/>
              <a:t>小見出し</a:t>
            </a:r>
            <a:endParaRPr kumimoji="1" lang="en-US" altLang="ja-JP" dirty="0"/>
          </a:p>
          <a:p>
            <a:pPr lvl="2"/>
            <a:r>
              <a:rPr kumimoji="1" lang="ja-JP" altLang="en-US" dirty="0"/>
              <a:t>小見出し</a:t>
            </a:r>
            <a:endParaRPr kumimoji="1" lang="en-US" altLang="ja-JP" dirty="0"/>
          </a:p>
          <a:p>
            <a:pPr lvl="3"/>
            <a:r>
              <a:rPr kumimoji="1" lang="ja-JP" altLang="en-US" dirty="0">
                <a:latin typeface="+mn-ea"/>
                <a:ea typeface="+mn-ea"/>
              </a:rPr>
              <a:t>小見出し</a:t>
            </a:r>
            <a:endParaRPr kumimoji="1" lang="en-US" altLang="ja-JP" dirty="0">
              <a:latin typeface="+mn-ea"/>
              <a:ea typeface="+mn-ea"/>
            </a:endParaRPr>
          </a:p>
          <a:p>
            <a:pPr lvl="4"/>
            <a:r>
              <a:rPr kumimoji="1" lang="ja-JP" altLang="en-US" dirty="0">
                <a:latin typeface="+mn-ea"/>
                <a:ea typeface="+mn-ea"/>
              </a:rPr>
              <a:t>小見出し</a:t>
            </a:r>
            <a:endParaRPr kumimoji="1" lang="en-US" altLang="ja-JP" dirty="0">
              <a:latin typeface="+mn-ea"/>
              <a:ea typeface="+mn-ea"/>
            </a:endParaRPr>
          </a:p>
          <a:p>
            <a:pPr lvl="5"/>
            <a:r>
              <a:rPr kumimoji="1" lang="ja-JP" altLang="en-US" dirty="0">
                <a:latin typeface="+mn-ea"/>
                <a:ea typeface="+mn-ea"/>
              </a:rPr>
              <a:t>小見出し</a:t>
            </a:r>
            <a:endParaRPr kumimoji="1" lang="en-US" altLang="ja-JP" dirty="0">
              <a:latin typeface="+mn-ea"/>
              <a:ea typeface="+mn-ea"/>
            </a:endParaRPr>
          </a:p>
          <a:p>
            <a:pPr lvl="6"/>
            <a:r>
              <a:rPr kumimoji="1" lang="ja-JP" altLang="en-US" dirty="0">
                <a:latin typeface="+mn-ea"/>
                <a:ea typeface="+mn-ea"/>
              </a:rPr>
              <a:t>小見出し</a:t>
            </a:r>
            <a:endParaRPr kumimoji="1" lang="en-US" altLang="ja-JP" dirty="0">
              <a:latin typeface="+mn-ea"/>
              <a:ea typeface="+mn-ea"/>
            </a:endParaRPr>
          </a:p>
          <a:p>
            <a:pPr lvl="7"/>
            <a:r>
              <a:rPr kumimoji="1" lang="ja-JP" altLang="en-US" dirty="0">
                <a:latin typeface="+mn-ea"/>
                <a:ea typeface="+mn-ea"/>
              </a:rPr>
              <a:t>小見出し</a:t>
            </a:r>
            <a:endParaRPr kumimoji="1" lang="en-US" altLang="ja-JP" dirty="0">
              <a:latin typeface="+mn-ea"/>
              <a:ea typeface="+mn-ea"/>
            </a:endParaRPr>
          </a:p>
          <a:p>
            <a:pPr lvl="8"/>
            <a:r>
              <a:rPr kumimoji="1" lang="ja-JP" altLang="en-US" dirty="0">
                <a:latin typeface="+mn-ea"/>
                <a:ea typeface="+mn-ea"/>
              </a:rPr>
              <a:t>小見出し</a:t>
            </a:r>
            <a:endParaRPr kumimoji="1" lang="en-US" altLang="ja-JP" dirty="0">
              <a:latin typeface="+mn-ea"/>
              <a:ea typeface="+mn-ea"/>
            </a:endParaRPr>
          </a:p>
          <a:p>
            <a:pPr lvl="3"/>
            <a:endParaRPr kumimoji="1" lang="en-US" altLang="ja-JP" dirty="0"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81369793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コンテンツ1-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8C62F9CC-06A9-39F5-8724-BFEC38A153A7}"/>
              </a:ext>
            </a:extLst>
          </p:cNvPr>
          <p:cNvSpPr/>
          <p:nvPr userDrawn="1"/>
        </p:nvSpPr>
        <p:spPr>
          <a:xfrm>
            <a:off x="12084000" y="0"/>
            <a:ext cx="108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bg2"/>
              </a:solidFill>
            </a:endParaRPr>
          </a:p>
        </p:txBody>
      </p:sp>
      <p:sp>
        <p:nvSpPr>
          <p:cNvPr id="5" name="タイトル 5">
            <a:extLst>
              <a:ext uri="{FF2B5EF4-FFF2-40B4-BE49-F238E27FC236}">
                <a16:creationId xmlns:a16="http://schemas.microsoft.com/office/drawing/2014/main" id="{289A1639-25BB-AA50-FA6D-F9E298EDF7B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843" y="272360"/>
            <a:ext cx="10075611" cy="509518"/>
          </a:xfrm>
          <a:prstGeom prst="rect">
            <a:avLst/>
          </a:prstGeom>
        </p:spPr>
        <p:txBody>
          <a:bodyPr/>
          <a:lstStyle>
            <a:lvl1pPr>
              <a:defRPr sz="3600" b="1" i="0">
                <a:solidFill>
                  <a:schemeClr val="tx2"/>
                </a:solidFill>
                <a:latin typeface="+mn-ea"/>
                <a:ea typeface="+mn-ea"/>
              </a:defRPr>
            </a:lvl1pPr>
          </a:lstStyle>
          <a:p>
            <a:r>
              <a:rPr kumimoji="1" lang="ja-JP" altLang="en-US"/>
              <a:t>タイトル　　游ゴシック</a:t>
            </a:r>
            <a:r>
              <a:rPr kumimoji="1" lang="en-US" altLang="ja-JP"/>
              <a:t>/Bold</a:t>
            </a:r>
            <a:endParaRPr kumimoji="1" lang="ja-JP" altLang="en-US"/>
          </a:p>
        </p:txBody>
      </p:sp>
      <p:pic>
        <p:nvPicPr>
          <p:cNvPr id="10" name="図 9">
            <a:extLst>
              <a:ext uri="{FF2B5EF4-FFF2-40B4-BE49-F238E27FC236}">
                <a16:creationId xmlns:a16="http://schemas.microsoft.com/office/drawing/2014/main" id="{C60F71B0-097D-0526-6259-1570A078902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91416" y="217858"/>
            <a:ext cx="1365622" cy="648000"/>
          </a:xfrm>
          <a:prstGeom prst="rect">
            <a:avLst/>
          </a:prstGeom>
        </p:spPr>
      </p:pic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064B3119-48C0-8E01-AE32-E7144175602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0D93E39-1AFA-2A42-BAF4-0CDD5F6E9A80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  <p:sp>
        <p:nvSpPr>
          <p:cNvPr id="3" name="コンテンツ プレースホルダー 8">
            <a:extLst>
              <a:ext uri="{FF2B5EF4-FFF2-40B4-BE49-F238E27FC236}">
                <a16:creationId xmlns:a16="http://schemas.microsoft.com/office/drawing/2014/main" id="{EA71EB9A-AFE7-F3C9-5167-0954EACFD5BC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188844" y="947058"/>
            <a:ext cx="11668194" cy="5474824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800" b="0" i="0">
                <a:latin typeface="Yu Gothic Medium" panose="020B0400000000000000" pitchFamily="34" charset="-128"/>
                <a:ea typeface="Yu Gothic Medium" panose="020B0400000000000000" pitchFamily="34" charset="-128"/>
              </a:defRPr>
            </a:lvl1pPr>
            <a:lvl2pPr marL="742950" indent="-285750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b="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2pPr>
            <a:lvl3pPr marL="1200150" indent="-285750">
              <a:lnSpc>
                <a:spcPct val="120000"/>
              </a:lnSpc>
              <a:buFont typeface="Arial" panose="020B0604020202020204" pitchFamily="34" charset="0"/>
              <a:buChar char="•"/>
              <a:defRPr sz="180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3pPr>
            <a:lvl4pPr marL="1714500" indent="-342900">
              <a:lnSpc>
                <a:spcPct val="120000"/>
              </a:lnSpc>
              <a:buFont typeface="Arial" panose="020B0604020202020204" pitchFamily="34" charset="0"/>
              <a:buChar char="•"/>
              <a:defRPr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4pPr>
            <a:lvl5pPr marL="2171700" indent="-342900">
              <a:lnSpc>
                <a:spcPct val="120000"/>
              </a:lnSpc>
              <a:buFont typeface="Arial" panose="020B0604020202020204" pitchFamily="34" charset="0"/>
              <a:buChar char="•"/>
              <a:defRPr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5pPr>
            <a:lvl6pPr>
              <a:defRPr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6pPr>
            <a:lvl7pPr>
              <a:defRPr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7pPr>
            <a:lvl8pPr>
              <a:defRPr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8pPr>
            <a:lvl9pPr>
              <a:defRPr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9pPr>
          </a:lstStyle>
          <a:p>
            <a:pPr lvl="0"/>
            <a:r>
              <a:rPr kumimoji="1" lang="ja-JP" altLang="en-US" dirty="0"/>
              <a:t>本文　游ゴシック</a:t>
            </a:r>
            <a:r>
              <a:rPr kumimoji="1" lang="en-US" altLang="ja-JP" dirty="0"/>
              <a:t>/Medium</a:t>
            </a:r>
          </a:p>
          <a:p>
            <a:pPr lvl="1"/>
            <a:r>
              <a:rPr kumimoji="1" lang="ja-JP" altLang="en-US" dirty="0"/>
              <a:t>第</a:t>
            </a:r>
            <a:r>
              <a:rPr kumimoji="1" lang="en-US" altLang="ja-JP" dirty="0"/>
              <a:t>2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2"/>
            <a:r>
              <a:rPr kumimoji="1" lang="ja-JP" altLang="en-US" dirty="0"/>
              <a:t>第</a:t>
            </a:r>
            <a:r>
              <a:rPr kumimoji="1" lang="en-US" altLang="ja-JP" dirty="0"/>
              <a:t>3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3"/>
            <a:r>
              <a:rPr kumimoji="1" lang="ja-JP" altLang="en-US" dirty="0"/>
              <a:t>第</a:t>
            </a:r>
            <a:r>
              <a:rPr kumimoji="1" lang="en-US" altLang="ja-JP" dirty="0"/>
              <a:t>4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4"/>
            <a:r>
              <a:rPr kumimoji="1" lang="ja-JP" altLang="en-US" dirty="0"/>
              <a:t>第</a:t>
            </a:r>
            <a:r>
              <a:rPr kumimoji="1" lang="en-US" altLang="ja-JP" dirty="0"/>
              <a:t>5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5"/>
            <a:r>
              <a:rPr kumimoji="1" lang="ja-JP" altLang="en-US" dirty="0"/>
              <a:t>第</a:t>
            </a:r>
            <a:r>
              <a:rPr kumimoji="1" lang="en-US" altLang="ja-JP" dirty="0"/>
              <a:t>6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6"/>
            <a:r>
              <a:rPr kumimoji="1" lang="ja-JP" altLang="en-US" dirty="0"/>
              <a:t>第</a:t>
            </a:r>
            <a:r>
              <a:rPr kumimoji="1" lang="en-US" altLang="ja-JP" dirty="0"/>
              <a:t>7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7"/>
            <a:r>
              <a:rPr kumimoji="1" lang="ja-JP" altLang="en-US" dirty="0"/>
              <a:t>第</a:t>
            </a:r>
            <a:r>
              <a:rPr kumimoji="1" lang="en-US" altLang="ja-JP" dirty="0"/>
              <a:t>8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8"/>
            <a:r>
              <a:rPr kumimoji="1" lang="ja-JP" altLang="en-US" dirty="0"/>
              <a:t>第</a:t>
            </a:r>
            <a:r>
              <a:rPr kumimoji="1" lang="en-US" altLang="ja-JP" dirty="0"/>
              <a:t>9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0"/>
            <a:endParaRPr kumimoji="1" lang="en-US" altLang="ja-JP" dirty="0"/>
          </a:p>
          <a:p>
            <a:pPr lvl="1"/>
            <a:endParaRPr kumimoji="1" lang="en-US" altLang="ja-JP" dirty="0"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18620673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コンテンツ2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タイトル 5">
            <a:extLst>
              <a:ext uri="{FF2B5EF4-FFF2-40B4-BE49-F238E27FC236}">
                <a16:creationId xmlns:a16="http://schemas.microsoft.com/office/drawing/2014/main" id="{289A1639-25BB-AA50-FA6D-F9E298EDF7B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844" y="305018"/>
            <a:ext cx="8941904" cy="509518"/>
          </a:xfrm>
          <a:prstGeom prst="rect">
            <a:avLst/>
          </a:prstGeom>
        </p:spPr>
        <p:txBody>
          <a:bodyPr/>
          <a:lstStyle>
            <a:lvl1pPr>
              <a:defRPr sz="3600" b="1" i="0">
                <a:solidFill>
                  <a:schemeClr val="tx2"/>
                </a:solidFill>
                <a:latin typeface="+mn-ea"/>
                <a:ea typeface="+mn-ea"/>
              </a:defRPr>
            </a:lvl1pPr>
          </a:lstStyle>
          <a:p>
            <a:r>
              <a:rPr kumimoji="1" lang="ja-JP" altLang="en-US"/>
              <a:t>タイトル　游ゴシック</a:t>
            </a:r>
            <a:r>
              <a:rPr kumimoji="1" lang="en-US" altLang="ja-JP" dirty="0"/>
              <a:t>/Bold</a:t>
            </a:r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B002B0F8-6464-F50B-878B-38EED79D494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0D93E39-1AFA-2A42-BAF4-0CDD5F6E9A80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1108FD7B-9622-6750-A983-348138413EC9}"/>
              </a:ext>
            </a:extLst>
          </p:cNvPr>
          <p:cNvSpPr/>
          <p:nvPr userDrawn="1"/>
        </p:nvSpPr>
        <p:spPr>
          <a:xfrm>
            <a:off x="1" y="-2421"/>
            <a:ext cx="12192000" cy="8775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bg2"/>
              </a:solidFill>
            </a:endParaRPr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E8ABFC63-59DC-59D8-07F3-F0CB7C1BA82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844955" y="344645"/>
            <a:ext cx="2160000" cy="438661"/>
          </a:xfrm>
          <a:prstGeom prst="rect">
            <a:avLst/>
          </a:prstGeom>
        </p:spPr>
      </p:pic>
      <p:sp>
        <p:nvSpPr>
          <p:cNvPr id="3" name="コンテンツ プレースホルダー 8">
            <a:extLst>
              <a:ext uri="{FF2B5EF4-FFF2-40B4-BE49-F238E27FC236}">
                <a16:creationId xmlns:a16="http://schemas.microsoft.com/office/drawing/2014/main" id="{D3B28D76-F95B-F94B-C8D6-1BC0750235CC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188844" y="947058"/>
            <a:ext cx="11668194" cy="150706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400" b="1">
                <a:latin typeface="+mn-ea"/>
                <a:ea typeface="+mn-ea"/>
              </a:defRPr>
            </a:lvl1pPr>
            <a:lvl2pPr marL="457200" indent="0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  <a:defRPr sz="2000" b="1">
                <a:latin typeface="+mn-ea"/>
                <a:ea typeface="+mn-ea"/>
              </a:defRPr>
            </a:lvl2pPr>
            <a:lvl3pPr marL="914400" indent="0">
              <a:lnSpc>
                <a:spcPct val="120000"/>
              </a:lnSpc>
              <a:buFont typeface="Arial" panose="020B0604020202020204" pitchFamily="34" charset="0"/>
              <a:buNone/>
              <a:defRPr b="1">
                <a:latin typeface="+mn-ea"/>
                <a:ea typeface="+mn-ea"/>
              </a:defRPr>
            </a:lvl3pPr>
            <a:lvl4pPr marL="1371600" indent="0">
              <a:lnSpc>
                <a:spcPct val="120000"/>
              </a:lnSpc>
              <a:buFont typeface="Arial" panose="020B0604020202020204" pitchFamily="34" charset="0"/>
              <a:buNone/>
              <a:defRPr b="1">
                <a:latin typeface="+mn-ea"/>
                <a:ea typeface="+mn-ea"/>
              </a:defRPr>
            </a:lvl4pPr>
            <a:lvl5pPr marL="1828800" indent="0">
              <a:lnSpc>
                <a:spcPct val="120000"/>
              </a:lnSpc>
              <a:buFont typeface="Arial" panose="020B0604020202020204" pitchFamily="34" charset="0"/>
              <a:buNone/>
              <a:defRPr b="1">
                <a:latin typeface="+mn-ea"/>
                <a:ea typeface="+mn-ea"/>
              </a:defRPr>
            </a:lvl5pPr>
            <a:lvl6pPr marL="2286000" indent="0">
              <a:buFont typeface="Arial" panose="020B0604020202020204" pitchFamily="34" charset="0"/>
              <a:buNone/>
              <a:defRPr b="1">
                <a:latin typeface="+mn-ea"/>
                <a:ea typeface="+mn-ea"/>
              </a:defRPr>
            </a:lvl6pPr>
            <a:lvl7pPr marL="2743200" indent="0">
              <a:buFont typeface="Arial" panose="020B0604020202020204" pitchFamily="34" charset="0"/>
              <a:buNone/>
              <a:defRPr b="1">
                <a:latin typeface="+mn-ea"/>
                <a:ea typeface="+mn-ea"/>
              </a:defRPr>
            </a:lvl7pPr>
            <a:lvl8pPr marL="3200400" indent="0">
              <a:buFont typeface="Arial" panose="020B0604020202020204" pitchFamily="34" charset="0"/>
              <a:buNone/>
              <a:defRPr b="1">
                <a:latin typeface="+mn-ea"/>
                <a:ea typeface="+mn-ea"/>
              </a:defRPr>
            </a:lvl8pPr>
            <a:lvl9pPr marL="3657600" indent="0">
              <a:buFont typeface="Arial" panose="020B0604020202020204" pitchFamily="34" charset="0"/>
              <a:buNone/>
              <a:defRPr b="1">
                <a:latin typeface="+mn-ea"/>
                <a:ea typeface="+mn-ea"/>
              </a:defRPr>
            </a:lvl9pPr>
          </a:lstStyle>
          <a:p>
            <a:pPr lvl="0"/>
            <a:r>
              <a:rPr kumimoji="1" lang="ja-JP" altLang="en-US" dirty="0"/>
              <a:t>見出し　游ゴシック</a:t>
            </a:r>
            <a:r>
              <a:rPr kumimoji="1" lang="en-US" altLang="ja-JP" dirty="0"/>
              <a:t>/Bold</a:t>
            </a:r>
          </a:p>
          <a:p>
            <a:pPr lvl="1"/>
            <a:r>
              <a:rPr kumimoji="1" lang="ja-JP" altLang="en-US" dirty="0"/>
              <a:t>小見出し</a:t>
            </a:r>
            <a:endParaRPr kumimoji="1" lang="en-US" altLang="ja-JP" dirty="0"/>
          </a:p>
          <a:p>
            <a:pPr lvl="2"/>
            <a:r>
              <a:rPr kumimoji="1" lang="ja-JP" altLang="en-US" dirty="0"/>
              <a:t>小見出し</a:t>
            </a:r>
            <a:endParaRPr kumimoji="1" lang="en-US" altLang="ja-JP" dirty="0"/>
          </a:p>
          <a:p>
            <a:pPr lvl="3"/>
            <a:r>
              <a:rPr kumimoji="1" lang="ja-JP" altLang="en-US" dirty="0"/>
              <a:t>小見出し</a:t>
            </a:r>
            <a:endParaRPr kumimoji="1" lang="en-US" altLang="ja-JP" dirty="0"/>
          </a:p>
          <a:p>
            <a:pPr lvl="4"/>
            <a:r>
              <a:rPr kumimoji="1" lang="ja-JP" altLang="en-US" dirty="0"/>
              <a:t>小見出し</a:t>
            </a:r>
            <a:endParaRPr kumimoji="1" lang="en-US" altLang="ja-JP" dirty="0"/>
          </a:p>
          <a:p>
            <a:pPr lvl="5"/>
            <a:r>
              <a:rPr kumimoji="1" lang="ja-JP" altLang="en-US" dirty="0"/>
              <a:t>小見出し</a:t>
            </a:r>
            <a:endParaRPr kumimoji="1" lang="en-US" altLang="ja-JP" dirty="0"/>
          </a:p>
          <a:p>
            <a:pPr lvl="6"/>
            <a:r>
              <a:rPr kumimoji="1" lang="ja-JP" altLang="en-US" dirty="0"/>
              <a:t>小見出し</a:t>
            </a:r>
            <a:endParaRPr kumimoji="1" lang="en-US" altLang="ja-JP" dirty="0"/>
          </a:p>
          <a:p>
            <a:pPr lvl="7"/>
            <a:r>
              <a:rPr kumimoji="1" lang="ja-JP" altLang="en-US" dirty="0"/>
              <a:t>小見出し</a:t>
            </a:r>
            <a:endParaRPr kumimoji="1" lang="en-US" altLang="ja-JP" dirty="0"/>
          </a:p>
          <a:p>
            <a:pPr lvl="8"/>
            <a:r>
              <a:rPr kumimoji="1" lang="ja-JP" altLang="en-US" dirty="0"/>
              <a:t>小見出し</a:t>
            </a:r>
            <a:endParaRPr kumimoji="1" lang="en-US" altLang="ja-JP" dirty="0"/>
          </a:p>
          <a:p>
            <a:pPr lvl="0"/>
            <a:endParaRPr kumimoji="1" lang="en-US" altLang="ja-JP" dirty="0"/>
          </a:p>
          <a:p>
            <a:pPr lvl="8"/>
            <a:endParaRPr kumimoji="1" lang="en-US" altLang="ja-JP" dirty="0"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26800721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コンテンツ2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8C62F9CC-06A9-39F5-8724-BFEC38A153A7}"/>
              </a:ext>
            </a:extLst>
          </p:cNvPr>
          <p:cNvSpPr/>
          <p:nvPr userDrawn="1"/>
        </p:nvSpPr>
        <p:spPr>
          <a:xfrm>
            <a:off x="1" y="-2421"/>
            <a:ext cx="12192000" cy="8775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bg2"/>
              </a:solidFill>
            </a:endParaRPr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05DC1476-CC62-5D3A-80A7-BE632138603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844955" y="344645"/>
            <a:ext cx="2160000" cy="438661"/>
          </a:xfrm>
          <a:prstGeom prst="rect">
            <a:avLst/>
          </a:prstGeom>
        </p:spPr>
      </p:pic>
      <p:sp>
        <p:nvSpPr>
          <p:cNvPr id="5" name="タイトル 5">
            <a:extLst>
              <a:ext uri="{FF2B5EF4-FFF2-40B4-BE49-F238E27FC236}">
                <a16:creationId xmlns:a16="http://schemas.microsoft.com/office/drawing/2014/main" id="{289A1639-25BB-AA50-FA6D-F9E298EDF7B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844" y="305018"/>
            <a:ext cx="8941904" cy="509518"/>
          </a:xfrm>
          <a:prstGeom prst="rect">
            <a:avLst/>
          </a:prstGeom>
        </p:spPr>
        <p:txBody>
          <a:bodyPr/>
          <a:lstStyle>
            <a:lvl1pPr>
              <a:defRPr sz="3600" b="1" i="0">
                <a:solidFill>
                  <a:schemeClr val="tx2"/>
                </a:solidFill>
                <a:latin typeface="+mn-ea"/>
                <a:ea typeface="+mn-ea"/>
              </a:defRPr>
            </a:lvl1pPr>
          </a:lstStyle>
          <a:p>
            <a:r>
              <a:rPr kumimoji="1" lang="ja-JP" altLang="en-US"/>
              <a:t>タイトル　　游ゴシック</a:t>
            </a:r>
            <a:r>
              <a:rPr kumimoji="1" lang="en-US" altLang="ja-JP" dirty="0"/>
              <a:t>/Bold</a:t>
            </a:r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B002B0F8-6464-F50B-878B-38EED79D494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0D93E39-1AFA-2A42-BAF4-0CDD5F6E9A80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  <p:sp>
        <p:nvSpPr>
          <p:cNvPr id="2" name="コンテンツ プレースホルダー 8">
            <a:extLst>
              <a:ext uri="{FF2B5EF4-FFF2-40B4-BE49-F238E27FC236}">
                <a16:creationId xmlns:a16="http://schemas.microsoft.com/office/drawing/2014/main" id="{14D2D2E6-1180-C1EA-1064-AD51276426BF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188844" y="947058"/>
            <a:ext cx="11668194" cy="5474824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800" b="0" i="0">
                <a:latin typeface="Yu Gothic Medium" panose="020B0400000000000000" pitchFamily="34" charset="-128"/>
                <a:ea typeface="Yu Gothic Medium" panose="020B0400000000000000" pitchFamily="34" charset="-128"/>
              </a:defRPr>
            </a:lvl1pPr>
            <a:lvl2pPr marL="742950" indent="-285750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b="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2pPr>
            <a:lvl3pPr marL="1200150" indent="-285750">
              <a:lnSpc>
                <a:spcPct val="120000"/>
              </a:lnSpc>
              <a:buFont typeface="Arial" panose="020B0604020202020204" pitchFamily="34" charset="0"/>
              <a:buChar char="•"/>
              <a:defRPr sz="180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3pPr>
            <a:lvl4pPr marL="1714500" indent="-342900">
              <a:lnSpc>
                <a:spcPct val="120000"/>
              </a:lnSpc>
              <a:buFont typeface="Arial" panose="020B0604020202020204" pitchFamily="34" charset="0"/>
              <a:buChar char="•"/>
              <a:defRPr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4pPr>
            <a:lvl5pPr marL="2171700" indent="-342900">
              <a:lnSpc>
                <a:spcPct val="120000"/>
              </a:lnSpc>
              <a:buFont typeface="Arial" panose="020B0604020202020204" pitchFamily="34" charset="0"/>
              <a:buChar char="•"/>
              <a:defRPr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5pPr>
            <a:lvl6pPr>
              <a:defRPr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6pPr>
            <a:lvl7pPr>
              <a:defRPr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7pPr>
            <a:lvl8pPr>
              <a:defRPr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8pPr>
            <a:lvl9pPr>
              <a:defRPr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9pPr>
          </a:lstStyle>
          <a:p>
            <a:pPr lvl="0"/>
            <a:r>
              <a:rPr kumimoji="1" lang="ja-JP" altLang="en-US" dirty="0"/>
              <a:t>本文　游ゴシック</a:t>
            </a:r>
            <a:r>
              <a:rPr kumimoji="1" lang="en-US" altLang="ja-JP" dirty="0"/>
              <a:t>/Medium</a:t>
            </a:r>
          </a:p>
          <a:p>
            <a:pPr lvl="1"/>
            <a:r>
              <a:rPr kumimoji="1" lang="ja-JP" altLang="en-US" dirty="0"/>
              <a:t>第</a:t>
            </a:r>
            <a:r>
              <a:rPr kumimoji="1" lang="en-US" altLang="ja-JP" dirty="0"/>
              <a:t>2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2"/>
            <a:r>
              <a:rPr kumimoji="1" lang="ja-JP" altLang="en-US" dirty="0"/>
              <a:t>第</a:t>
            </a:r>
            <a:r>
              <a:rPr kumimoji="1" lang="en-US" altLang="ja-JP" dirty="0"/>
              <a:t>3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3"/>
            <a:r>
              <a:rPr kumimoji="1" lang="ja-JP" altLang="en-US" dirty="0"/>
              <a:t>第</a:t>
            </a:r>
            <a:r>
              <a:rPr kumimoji="1" lang="en-US" altLang="ja-JP" dirty="0"/>
              <a:t>4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4"/>
            <a:r>
              <a:rPr kumimoji="1" lang="ja-JP" altLang="en-US" dirty="0"/>
              <a:t>第</a:t>
            </a:r>
            <a:r>
              <a:rPr kumimoji="1" lang="en-US" altLang="ja-JP" dirty="0"/>
              <a:t>5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5"/>
            <a:r>
              <a:rPr kumimoji="1" lang="ja-JP" altLang="en-US" dirty="0"/>
              <a:t>第</a:t>
            </a:r>
            <a:r>
              <a:rPr kumimoji="1" lang="en-US" altLang="ja-JP" dirty="0"/>
              <a:t>6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6"/>
            <a:r>
              <a:rPr kumimoji="1" lang="ja-JP" altLang="en-US" dirty="0"/>
              <a:t>第</a:t>
            </a:r>
            <a:r>
              <a:rPr kumimoji="1" lang="en-US" altLang="ja-JP" dirty="0"/>
              <a:t>7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7"/>
            <a:r>
              <a:rPr kumimoji="1" lang="ja-JP" altLang="en-US" dirty="0"/>
              <a:t>第</a:t>
            </a:r>
            <a:r>
              <a:rPr kumimoji="1" lang="en-US" altLang="ja-JP" dirty="0"/>
              <a:t>8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8"/>
            <a:r>
              <a:rPr kumimoji="1" lang="ja-JP" altLang="en-US" dirty="0"/>
              <a:t>第</a:t>
            </a:r>
            <a:r>
              <a:rPr kumimoji="1" lang="en-US" altLang="ja-JP" dirty="0"/>
              <a:t>9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0"/>
            <a:endParaRPr kumimoji="1" lang="en-US" altLang="ja-JP" dirty="0"/>
          </a:p>
          <a:p>
            <a:pPr lvl="1"/>
            <a:endParaRPr kumimoji="1" lang="en-US" altLang="ja-JP" dirty="0"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80190868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コンテンツ2-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タイトル 5">
            <a:extLst>
              <a:ext uri="{FF2B5EF4-FFF2-40B4-BE49-F238E27FC236}">
                <a16:creationId xmlns:a16="http://schemas.microsoft.com/office/drawing/2014/main" id="{289A1639-25BB-AA50-FA6D-F9E298EDF7B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843" y="305018"/>
            <a:ext cx="10075611" cy="509518"/>
          </a:xfrm>
          <a:prstGeom prst="rect">
            <a:avLst/>
          </a:prstGeom>
        </p:spPr>
        <p:txBody>
          <a:bodyPr/>
          <a:lstStyle>
            <a:lvl1pPr>
              <a:defRPr sz="3600" b="1" i="0">
                <a:solidFill>
                  <a:schemeClr val="tx2"/>
                </a:solidFill>
                <a:latin typeface="+mn-ea"/>
                <a:ea typeface="+mn-ea"/>
              </a:defRPr>
            </a:lvl1pPr>
          </a:lstStyle>
          <a:p>
            <a:r>
              <a:rPr kumimoji="1" lang="ja-JP" altLang="en-US"/>
              <a:t>タイトル</a:t>
            </a:r>
            <a:r>
              <a:rPr kumimoji="1" lang="en-US" altLang="ja-JP"/>
              <a:t>  </a:t>
            </a:r>
            <a:r>
              <a:rPr kumimoji="1" lang="ja-JP" altLang="en-US"/>
              <a:t>　游ゴシック</a:t>
            </a:r>
            <a:r>
              <a:rPr kumimoji="1" lang="en-US" altLang="ja-JP"/>
              <a:t>/Bold</a:t>
            </a:r>
            <a:endParaRPr kumimoji="1" lang="ja-JP" altLang="en-US"/>
          </a:p>
        </p:txBody>
      </p:sp>
      <p:pic>
        <p:nvPicPr>
          <p:cNvPr id="10" name="図 9">
            <a:extLst>
              <a:ext uri="{FF2B5EF4-FFF2-40B4-BE49-F238E27FC236}">
                <a16:creationId xmlns:a16="http://schemas.microsoft.com/office/drawing/2014/main" id="{C60F71B0-097D-0526-6259-1570A078902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663518" y="250516"/>
            <a:ext cx="1193520" cy="566336"/>
          </a:xfrm>
          <a:prstGeom prst="rect">
            <a:avLst/>
          </a:prstGeom>
        </p:spPr>
      </p:pic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064B3119-48C0-8E01-AE32-E7144175602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0D93E39-1AFA-2A42-BAF4-0CDD5F6E9A80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55A7F55F-BF45-81CB-D2FE-5C7F3F29EDE6}"/>
              </a:ext>
            </a:extLst>
          </p:cNvPr>
          <p:cNvSpPr/>
          <p:nvPr userDrawn="1"/>
        </p:nvSpPr>
        <p:spPr>
          <a:xfrm>
            <a:off x="1" y="-2421"/>
            <a:ext cx="12192000" cy="8775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bg2"/>
              </a:solidFill>
            </a:endParaRPr>
          </a:p>
        </p:txBody>
      </p:sp>
      <p:sp>
        <p:nvSpPr>
          <p:cNvPr id="3" name="コンテンツ プレースホルダー 8">
            <a:extLst>
              <a:ext uri="{FF2B5EF4-FFF2-40B4-BE49-F238E27FC236}">
                <a16:creationId xmlns:a16="http://schemas.microsoft.com/office/drawing/2014/main" id="{761E4339-D633-1B48-645B-157DEE624E0F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188844" y="947058"/>
            <a:ext cx="11668194" cy="150706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400" b="1">
                <a:latin typeface="+mn-ea"/>
                <a:ea typeface="+mn-ea"/>
              </a:defRPr>
            </a:lvl1pPr>
            <a:lvl2pPr marL="457200" indent="0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Font typeface="+mj-lt"/>
              <a:buNone/>
              <a:defRPr sz="2000" b="1">
                <a:latin typeface="+mn-ea"/>
                <a:ea typeface="+mn-ea"/>
              </a:defRPr>
            </a:lvl2pPr>
            <a:lvl3pPr marL="914400" indent="0">
              <a:lnSpc>
                <a:spcPct val="120000"/>
              </a:lnSpc>
              <a:buFont typeface="+mj-lt"/>
              <a:buNone/>
              <a:defRPr b="1">
                <a:latin typeface="+mn-ea"/>
                <a:ea typeface="+mn-ea"/>
              </a:defRPr>
            </a:lvl3pPr>
            <a:lvl4pPr marL="1371600" indent="0">
              <a:lnSpc>
                <a:spcPct val="120000"/>
              </a:lnSpc>
              <a:buFont typeface="+mj-lt"/>
              <a:buNone/>
              <a:defRPr b="1">
                <a:latin typeface="+mn-ea"/>
                <a:ea typeface="+mn-ea"/>
              </a:defRPr>
            </a:lvl4pPr>
            <a:lvl5pPr marL="1828800" indent="0">
              <a:lnSpc>
                <a:spcPct val="120000"/>
              </a:lnSpc>
              <a:buFont typeface="+mj-lt"/>
              <a:buNone/>
              <a:defRPr kumimoji="1" lang="en-US" altLang="ja-JP" b="1" smtClean="0">
                <a:latin typeface="+mn-ea"/>
              </a:defRPr>
            </a:lvl5pPr>
            <a:lvl6pPr marL="2286000" indent="0">
              <a:buNone/>
              <a:defRPr b="1"/>
            </a:lvl6pPr>
            <a:lvl7pPr marL="2743200" indent="0">
              <a:buNone/>
              <a:defRPr b="1"/>
            </a:lvl7pPr>
            <a:lvl8pPr marL="3200400" indent="0">
              <a:buNone/>
              <a:defRPr b="1"/>
            </a:lvl8pPr>
            <a:lvl9pPr marL="3657600" indent="0">
              <a:buNone/>
              <a:defRPr b="1"/>
            </a:lvl9pPr>
          </a:lstStyle>
          <a:p>
            <a:pPr lvl="0"/>
            <a:r>
              <a:rPr kumimoji="1" lang="ja-JP" altLang="en-US" dirty="0"/>
              <a:t>見出し　游ゴシック</a:t>
            </a:r>
            <a:r>
              <a:rPr kumimoji="1" lang="en-US" altLang="ja-JP" dirty="0"/>
              <a:t>/Bold</a:t>
            </a:r>
          </a:p>
          <a:p>
            <a:pPr lvl="1"/>
            <a:r>
              <a:rPr kumimoji="1" lang="ja-JP" altLang="en-US" dirty="0"/>
              <a:t>小見出し</a:t>
            </a:r>
            <a:endParaRPr kumimoji="1" lang="en-US" altLang="ja-JP" dirty="0"/>
          </a:p>
          <a:p>
            <a:pPr lvl="2"/>
            <a:r>
              <a:rPr kumimoji="1" lang="ja-JP" altLang="en-US" dirty="0"/>
              <a:t>小見出し</a:t>
            </a:r>
            <a:endParaRPr kumimoji="1" lang="en-US" altLang="ja-JP" dirty="0"/>
          </a:p>
          <a:p>
            <a:pPr lvl="3"/>
            <a:r>
              <a:rPr kumimoji="1" lang="ja-JP" altLang="en-US" dirty="0">
                <a:latin typeface="+mn-ea"/>
                <a:ea typeface="+mn-ea"/>
              </a:rPr>
              <a:t>小見出し</a:t>
            </a:r>
            <a:endParaRPr kumimoji="1" lang="en-US" altLang="ja-JP" dirty="0">
              <a:latin typeface="+mn-ea"/>
              <a:ea typeface="+mn-ea"/>
            </a:endParaRPr>
          </a:p>
          <a:p>
            <a:pPr lvl="4"/>
            <a:r>
              <a:rPr kumimoji="1" lang="ja-JP" altLang="en-US" dirty="0">
                <a:latin typeface="+mn-ea"/>
                <a:ea typeface="+mn-ea"/>
              </a:rPr>
              <a:t>小見出し</a:t>
            </a:r>
            <a:endParaRPr kumimoji="1" lang="en-US" altLang="ja-JP" dirty="0">
              <a:latin typeface="+mn-ea"/>
              <a:ea typeface="+mn-ea"/>
            </a:endParaRPr>
          </a:p>
          <a:p>
            <a:pPr lvl="5"/>
            <a:r>
              <a:rPr kumimoji="1" lang="ja-JP" altLang="en-US" dirty="0">
                <a:latin typeface="+mn-ea"/>
                <a:ea typeface="+mn-ea"/>
              </a:rPr>
              <a:t>小見出し</a:t>
            </a:r>
            <a:endParaRPr kumimoji="1" lang="en-US" altLang="ja-JP" dirty="0">
              <a:latin typeface="+mn-ea"/>
              <a:ea typeface="+mn-ea"/>
            </a:endParaRPr>
          </a:p>
          <a:p>
            <a:pPr lvl="6"/>
            <a:r>
              <a:rPr kumimoji="1" lang="ja-JP" altLang="en-US" dirty="0">
                <a:latin typeface="+mn-ea"/>
                <a:ea typeface="+mn-ea"/>
              </a:rPr>
              <a:t>小見出し</a:t>
            </a:r>
            <a:endParaRPr kumimoji="1" lang="en-US" altLang="ja-JP" dirty="0">
              <a:latin typeface="+mn-ea"/>
              <a:ea typeface="+mn-ea"/>
            </a:endParaRPr>
          </a:p>
          <a:p>
            <a:pPr lvl="7"/>
            <a:r>
              <a:rPr kumimoji="1" lang="ja-JP" altLang="en-US" dirty="0">
                <a:latin typeface="+mn-ea"/>
                <a:ea typeface="+mn-ea"/>
              </a:rPr>
              <a:t>小見出し</a:t>
            </a:r>
            <a:endParaRPr kumimoji="1" lang="en-US" altLang="ja-JP" dirty="0">
              <a:latin typeface="+mn-ea"/>
              <a:ea typeface="+mn-ea"/>
            </a:endParaRPr>
          </a:p>
          <a:p>
            <a:pPr lvl="8"/>
            <a:r>
              <a:rPr kumimoji="1" lang="ja-JP" altLang="en-US" dirty="0">
                <a:latin typeface="+mn-ea"/>
                <a:ea typeface="+mn-ea"/>
              </a:rPr>
              <a:t>小見出し</a:t>
            </a:r>
            <a:endParaRPr kumimoji="1" lang="en-US" altLang="ja-JP" dirty="0"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57267473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コンテンツ2-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タイトル 5">
            <a:extLst>
              <a:ext uri="{FF2B5EF4-FFF2-40B4-BE49-F238E27FC236}">
                <a16:creationId xmlns:a16="http://schemas.microsoft.com/office/drawing/2014/main" id="{289A1639-25BB-AA50-FA6D-F9E298EDF7B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843" y="305018"/>
            <a:ext cx="10075611" cy="509518"/>
          </a:xfrm>
          <a:prstGeom prst="rect">
            <a:avLst/>
          </a:prstGeom>
        </p:spPr>
        <p:txBody>
          <a:bodyPr/>
          <a:lstStyle>
            <a:lvl1pPr>
              <a:defRPr sz="3600" b="1" i="0">
                <a:solidFill>
                  <a:schemeClr val="tx2"/>
                </a:solidFill>
                <a:latin typeface="+mn-ea"/>
                <a:ea typeface="+mn-ea"/>
              </a:defRPr>
            </a:lvl1pPr>
          </a:lstStyle>
          <a:p>
            <a:r>
              <a:rPr kumimoji="1" lang="ja-JP" altLang="en-US"/>
              <a:t>タイトル　　游ゴシック</a:t>
            </a:r>
            <a:r>
              <a:rPr kumimoji="1" lang="en-US" altLang="ja-JP" dirty="0"/>
              <a:t>/Bold</a:t>
            </a:r>
            <a:endParaRPr kumimoji="1" lang="ja-JP" altLang="en-US"/>
          </a:p>
        </p:txBody>
      </p:sp>
      <p:pic>
        <p:nvPicPr>
          <p:cNvPr id="10" name="図 9">
            <a:extLst>
              <a:ext uri="{FF2B5EF4-FFF2-40B4-BE49-F238E27FC236}">
                <a16:creationId xmlns:a16="http://schemas.microsoft.com/office/drawing/2014/main" id="{C60F71B0-097D-0526-6259-1570A078902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668398" y="250516"/>
            <a:ext cx="1188639" cy="564020"/>
          </a:xfrm>
          <a:prstGeom prst="rect">
            <a:avLst/>
          </a:prstGeom>
        </p:spPr>
      </p:pic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064B3119-48C0-8E01-AE32-E7144175602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0D93E39-1AFA-2A42-BAF4-0CDD5F6E9A80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8B3519EF-C712-DB1D-51D4-66F9520AEF08}"/>
              </a:ext>
            </a:extLst>
          </p:cNvPr>
          <p:cNvSpPr/>
          <p:nvPr userDrawn="1"/>
        </p:nvSpPr>
        <p:spPr>
          <a:xfrm>
            <a:off x="1" y="-2421"/>
            <a:ext cx="12192000" cy="8775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bg2"/>
              </a:solidFill>
            </a:endParaRPr>
          </a:p>
        </p:txBody>
      </p:sp>
      <p:sp>
        <p:nvSpPr>
          <p:cNvPr id="4" name="コンテンツ プレースホルダー 8">
            <a:extLst>
              <a:ext uri="{FF2B5EF4-FFF2-40B4-BE49-F238E27FC236}">
                <a16:creationId xmlns:a16="http://schemas.microsoft.com/office/drawing/2014/main" id="{EC4BD3DB-5E86-5B16-8A96-C416ADC237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188844" y="947058"/>
            <a:ext cx="11668194" cy="5474824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800" b="0" i="0">
                <a:latin typeface="Yu Gothic Medium" panose="020B0400000000000000" pitchFamily="34" charset="-128"/>
                <a:ea typeface="Yu Gothic Medium" panose="020B0400000000000000" pitchFamily="34" charset="-128"/>
              </a:defRPr>
            </a:lvl1pPr>
            <a:lvl2pPr marL="742950" indent="-285750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b="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2pPr>
            <a:lvl3pPr marL="1200150" indent="-285750">
              <a:lnSpc>
                <a:spcPct val="120000"/>
              </a:lnSpc>
              <a:buFont typeface="Arial" panose="020B0604020202020204" pitchFamily="34" charset="0"/>
              <a:buChar char="•"/>
              <a:defRPr sz="180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3pPr>
            <a:lvl4pPr marL="1714500" indent="-342900">
              <a:lnSpc>
                <a:spcPct val="120000"/>
              </a:lnSpc>
              <a:buFont typeface="Arial" panose="020B0604020202020204" pitchFamily="34" charset="0"/>
              <a:buChar char="•"/>
              <a:defRPr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4pPr>
            <a:lvl5pPr marL="2171700" indent="-342900">
              <a:lnSpc>
                <a:spcPct val="120000"/>
              </a:lnSpc>
              <a:buFont typeface="Arial" panose="020B0604020202020204" pitchFamily="34" charset="0"/>
              <a:buChar char="•"/>
              <a:defRPr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5pPr>
            <a:lvl6pPr>
              <a:defRPr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6pPr>
            <a:lvl7pPr>
              <a:defRPr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7pPr>
            <a:lvl8pPr>
              <a:defRPr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8pPr>
            <a:lvl9pPr>
              <a:defRPr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9pPr>
          </a:lstStyle>
          <a:p>
            <a:pPr lvl="0"/>
            <a:r>
              <a:rPr kumimoji="1" lang="ja-JP" altLang="en-US" dirty="0"/>
              <a:t>本文　游ゴシック</a:t>
            </a:r>
            <a:r>
              <a:rPr kumimoji="1" lang="en-US" altLang="ja-JP" dirty="0"/>
              <a:t>/Medium</a:t>
            </a:r>
          </a:p>
          <a:p>
            <a:pPr lvl="1"/>
            <a:r>
              <a:rPr kumimoji="1" lang="ja-JP" altLang="en-US" dirty="0"/>
              <a:t>第</a:t>
            </a:r>
            <a:r>
              <a:rPr kumimoji="1" lang="en-US" altLang="ja-JP" dirty="0"/>
              <a:t>2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2"/>
            <a:r>
              <a:rPr kumimoji="1" lang="ja-JP" altLang="en-US" dirty="0"/>
              <a:t>第</a:t>
            </a:r>
            <a:r>
              <a:rPr kumimoji="1" lang="en-US" altLang="ja-JP" dirty="0"/>
              <a:t>3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3"/>
            <a:r>
              <a:rPr kumimoji="1" lang="ja-JP" altLang="en-US" dirty="0"/>
              <a:t>第</a:t>
            </a:r>
            <a:r>
              <a:rPr kumimoji="1" lang="en-US" altLang="ja-JP" dirty="0"/>
              <a:t>4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4"/>
            <a:r>
              <a:rPr kumimoji="1" lang="ja-JP" altLang="en-US" dirty="0"/>
              <a:t>第</a:t>
            </a:r>
            <a:r>
              <a:rPr kumimoji="1" lang="en-US" altLang="ja-JP" dirty="0"/>
              <a:t>5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5"/>
            <a:r>
              <a:rPr kumimoji="1" lang="ja-JP" altLang="en-US" dirty="0"/>
              <a:t>第</a:t>
            </a:r>
            <a:r>
              <a:rPr kumimoji="1" lang="en-US" altLang="ja-JP" dirty="0"/>
              <a:t>6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6"/>
            <a:r>
              <a:rPr kumimoji="1" lang="ja-JP" altLang="en-US" dirty="0"/>
              <a:t>第</a:t>
            </a:r>
            <a:r>
              <a:rPr kumimoji="1" lang="en-US" altLang="ja-JP" dirty="0"/>
              <a:t>7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7"/>
            <a:r>
              <a:rPr kumimoji="1" lang="ja-JP" altLang="en-US" dirty="0"/>
              <a:t>第</a:t>
            </a:r>
            <a:r>
              <a:rPr kumimoji="1" lang="en-US" altLang="ja-JP" dirty="0"/>
              <a:t>8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8"/>
            <a:r>
              <a:rPr kumimoji="1" lang="ja-JP" altLang="en-US" dirty="0"/>
              <a:t>第</a:t>
            </a:r>
            <a:r>
              <a:rPr kumimoji="1" lang="en-US" altLang="ja-JP" dirty="0"/>
              <a:t>9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0"/>
            <a:endParaRPr kumimoji="1" lang="en-US" altLang="ja-JP" dirty="0"/>
          </a:p>
          <a:p>
            <a:pPr lvl="1"/>
            <a:endParaRPr kumimoji="1" lang="en-US" altLang="ja-JP" dirty="0"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75696852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E9BB4154-9B11-5B4F-FAB1-50F01BF43C4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0D93E39-1AFA-2A42-BAF4-0CDD5F6E9A80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646496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A882F94-5EAE-CF39-B474-E260417963B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76382" y="6599583"/>
            <a:ext cx="646044" cy="24516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 b="0">
                <a:solidFill>
                  <a:schemeClr val="tx2"/>
                </a:solidFill>
              </a:defRPr>
            </a:lvl1pPr>
          </a:lstStyle>
          <a:p>
            <a:fld id="{E0D93E39-1AFA-2A42-BAF4-0CDD5F6E9A80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203895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0" r:id="rId1"/>
    <p:sldLayoutId id="2147483701" r:id="rId2"/>
    <p:sldLayoutId id="2147483736" r:id="rId3"/>
    <p:sldLayoutId id="2147483724" r:id="rId4"/>
    <p:sldLayoutId id="2147483726" r:id="rId5"/>
    <p:sldLayoutId id="2147483739" r:id="rId6"/>
    <p:sldLayoutId id="2147483748" r:id="rId7"/>
    <p:sldLayoutId id="2147483757" r:id="rId8"/>
    <p:sldLayoutId id="2147483752" r:id="rId9"/>
    <p:sldLayoutId id="2147483729" r:id="rId10"/>
    <p:sldLayoutId id="2147483731" r:id="rId11"/>
    <p:sldLayoutId id="2147483743" r:id="rId12"/>
    <p:sldLayoutId id="2147483764" r:id="rId13"/>
    <p:sldLayoutId id="2147483720" r:id="rId14"/>
    <p:sldLayoutId id="2147483766" r:id="rId15"/>
    <p:sldLayoutId id="2147483765" r:id="rId16"/>
    <p:sldLayoutId id="2147483767" r:id="rId17"/>
    <p:sldLayoutId id="2147483768" r:id="rId18"/>
    <p:sldLayoutId id="2147483769" r:id="rId19"/>
    <p:sldLayoutId id="2147483770" r:id="rId20"/>
    <p:sldLayoutId id="2147483771" r:id="rId21"/>
    <p:sldLayoutId id="2147483695" r:id="rId22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1" pos="3840">
          <p15:clr>
            <a:srgbClr val="F26B43"/>
          </p15:clr>
        </p15:guide>
        <p15:guide id="2" orient="horz" pos="2160">
          <p15:clr>
            <a:srgbClr val="F26B43"/>
          </p15:clr>
        </p15:guide>
        <p15:guide id="3" pos="665">
          <p15:clr>
            <a:srgbClr val="F26B43"/>
          </p15:clr>
        </p15:guide>
        <p15:guide id="4" pos="7015">
          <p15:clr>
            <a:srgbClr val="F26B43"/>
          </p15:clr>
        </p15:guide>
        <p15:guide id="6" orient="horz" pos="3680">
          <p15:clr>
            <a:srgbClr val="F26B43"/>
          </p15:clr>
        </p15:guide>
        <p15:guide id="7" pos="7469">
          <p15:clr>
            <a:srgbClr val="F26B43"/>
          </p15:clr>
        </p15:guide>
        <p15:guide id="8" pos="181">
          <p15:clr>
            <a:srgbClr val="F26B43"/>
          </p15:clr>
        </p15:guide>
        <p15:guide id="9" orient="horz" pos="195">
          <p15:clr>
            <a:srgbClr val="F26B43"/>
          </p15:clr>
        </p15:guide>
        <p15:guide id="10" orient="horz" pos="4125">
          <p15:clr>
            <a:srgbClr val="F26B43"/>
          </p15:clr>
        </p15:guide>
        <p15:guide id="11" pos="363">
          <p15:clr>
            <a:srgbClr val="F26B43"/>
          </p15:clr>
        </p15:guide>
        <p15:guide id="12" pos="7317">
          <p15:clr>
            <a:srgbClr val="F26B43"/>
          </p15:clr>
        </p15:guide>
        <p15:guide id="13" orient="horz" pos="640">
          <p15:clr>
            <a:srgbClr val="F26B43"/>
          </p15:clr>
        </p15:guide>
        <p15:guide id="14" orient="horz" pos="754">
          <p15:clr>
            <a:srgbClr val="F26B43"/>
          </p15:clr>
        </p15:guide>
        <p15:guide id="15" orient="horz" pos="2659">
          <p15:clr>
            <a:srgbClr val="F26B43"/>
          </p15:clr>
        </p15:guide>
        <p15:guide id="16" orient="horz" pos="3566">
          <p15:clr>
            <a:srgbClr val="F26B43"/>
          </p15:clr>
        </p15:guide>
        <p15:guide id="17" orient="horz" pos="1661">
          <p15:clr>
            <a:srgbClr val="F26B43"/>
          </p15:clr>
        </p15:guide>
        <p15:guide id="18" pos="3341">
          <p15:clr>
            <a:srgbClr val="F26B43"/>
          </p15:clr>
        </p15:guide>
        <p15:guide id="19" pos="4339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3200" b="1">
                <a:latin typeface="Yu Gothic"/>
                <a:ea typeface="Yu Gothic"/>
                <a:cs typeface="Yu Gothic"/>
              </a:rPr>
              <a:t>120 GPa の ODMR は 474 nm で測るべきである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0" sz="quarter"/>
          </p:nvPr>
        </p:nvSpPr>
        <p:spPr/>
        <p:txBody>
          <a:bodyPr wrap="square"/>
          <a:lstStyle/>
          <a:p>
            <a:r>
              <a:rPr sz="1700">
                <a:latin typeface="Yu Gothic"/>
                <a:ea typeface="Yu Gothic"/>
                <a:cs typeface="Yu Gothic"/>
              </a:rPr>
              <a:t>緑 532 nm 比で感度 ×2.7、磁気マップ取得時間 ×7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1" sz="quarter"/>
          </p:nvPr>
        </p:nvSpPr>
        <p:spPr/>
        <p:txBody>
          <a:bodyPr wrap="square"/>
          <a:lstStyle/>
          <a:p>
            <a:r>
              <a:rPr sz="1500">
                <a:latin typeface="Yu Gothic"/>
                <a:ea typeface="Yu Gothic"/>
                <a:cs typeface="Yu Gothic"/>
              </a:rPr>
              <a:t>R. Abe   Institute of Science Tokyo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2" sz="quarter"/>
          </p:nvPr>
        </p:nvSpPr>
        <p:spPr/>
        <p:txBody>
          <a:bodyPr wrap="square"/>
          <a:lstStyle/>
          <a:p>
            <a:r>
              <a:rPr sz="1200">
                <a:solidFill>
                  <a:srgbClr val="1C3177"/>
                </a:solidFill>
                <a:latin typeface="Yu Gothic"/>
                <a:ea typeface="Yu Gothic"/>
                <a:cs typeface="Yu Gothic"/>
              </a:rPr>
              <a:t>2026-08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 b="1">
                <a:solidFill>
                  <a:srgbClr val="1C3177"/>
                </a:solidFill>
                <a:latin typeface="Yu Gothic"/>
                <a:ea typeface="Yu Gothic"/>
                <a:cs typeface="Yu Gothic"/>
              </a:rPr>
              <a:t>感度が空間分解能と (P, T) 点数を決める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417320"/>
            <a:ext cx="6035040" cy="1051560"/>
          </a:xfrm>
          <a:prstGeom prst="rect">
            <a:avLst/>
          </a:prstGeom>
          <a:noFill/>
          <a:ln w="12700">
            <a:solidFill>
              <a:srgbClr val="1C31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2600" b="0">
                <a:solidFill>
                  <a:srgbClr val="101426"/>
                </a:solidFill>
                <a:latin typeface="Yu Gothic"/>
                <a:ea typeface="Yu Gothic"/>
                <a:cs typeface="Yu Gothic"/>
              </a:rPr>
              <a:t>測定時間  ∝  画素数 / η</a:t>
            </a:r>
            <a:r>
              <a:rPr sz="2600" b="0" baseline="-25000">
                <a:solidFill>
                  <a:srgbClr val="101426"/>
                </a:solidFill>
                <a:latin typeface="Yu Gothic"/>
                <a:ea typeface="Yu Gothic"/>
                <a:cs typeface="Yu Gothic"/>
              </a:rPr>
              <a:t>B</a:t>
            </a:r>
            <a:r>
              <a:rPr sz="2600" b="0" baseline="30000">
                <a:solidFill>
                  <a:srgbClr val="101426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880360"/>
            <a:ext cx="6492240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800" b="0">
                <a:solidFill>
                  <a:srgbClr val="101426"/>
                </a:solidFill>
                <a:latin typeface="Yu Gothic"/>
                <a:ea typeface="Yu Gothic"/>
                <a:cs typeface="Yu Gothic"/>
              </a:rPr>
              <a:t>水素化物超伝導の決定実験は</a:t>
            </a:r>
            <a:r>
              <a:rPr sz="1800" b="1">
                <a:solidFill>
                  <a:srgbClr val="101426"/>
                </a:solidFill>
                <a:latin typeface="Yu Gothic"/>
                <a:ea typeface="Yu Gothic"/>
                <a:cs typeface="Yu Gothic"/>
              </a:rPr>
              <a:t>局所磁気マップ</a:t>
            </a:r>
            <a:r>
              <a:rPr sz="1800" b="0">
                <a:solidFill>
                  <a:srgbClr val="101426"/>
                </a:solidFill>
                <a:latin typeface="Yu Gothic"/>
                <a:ea typeface="Yu Gothic"/>
                <a:cs typeface="Yu Gothic"/>
              </a:rPr>
              <a:t>になった。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800" b="0">
                <a:solidFill>
                  <a:srgbClr val="101426"/>
                </a:solidFill>
                <a:latin typeface="Yu Gothic"/>
                <a:ea typeface="Yu Gothic"/>
                <a:cs typeface="Yu Gothic"/>
              </a:rPr>
              <a:t>CeH</a:t>
            </a:r>
            <a:r>
              <a:rPr sz="1800" b="0" baseline="-25000">
                <a:solidFill>
                  <a:srgbClr val="101426"/>
                </a:solidFill>
                <a:latin typeface="Yu Gothic"/>
                <a:ea typeface="Yu Gothic"/>
                <a:cs typeface="Yu Gothic"/>
              </a:rPr>
              <a:t>9</a:t>
            </a:r>
            <a:r>
              <a:rPr sz="1800" b="0">
                <a:solidFill>
                  <a:srgbClr val="101426"/>
                </a:solidFill>
                <a:latin typeface="Yu Gothic"/>
                <a:ea typeface="Yu Gothic"/>
                <a:cs typeface="Yu Gothic"/>
              </a:rPr>
              <a:t> の Meissner 効果は、超伝導領域がミクロンスケールで強く不均一であることを示した。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800" b="0">
                <a:solidFill>
                  <a:srgbClr val="101426"/>
                </a:solidFill>
                <a:latin typeface="Yu Gothic"/>
                <a:ea typeface="Yu Gothic"/>
                <a:cs typeface="Yu Gothic"/>
              </a:rPr>
              <a:t>1 回のロードに数週間、1 回のアンビル破損で全損する領域では、</a:t>
            </a:r>
            <a:r>
              <a:rPr sz="1800" b="1">
                <a:solidFill>
                  <a:srgbClr val="101426"/>
                </a:solidFill>
                <a:latin typeface="Yu Gothic"/>
                <a:ea typeface="Yu Gothic"/>
                <a:cs typeface="Yu Gothic"/>
              </a:rPr>
              <a:t>感度は空間分解能・視野・到達できる (P, T) 点数を買う通貨</a:t>
            </a:r>
            <a:r>
              <a:rPr sz="1800" b="0">
                <a:solidFill>
                  <a:srgbClr val="101426"/>
                </a:solidFill>
                <a:latin typeface="Yu Gothic"/>
                <a:ea typeface="Yu Gothic"/>
                <a:cs typeface="Yu Gothic"/>
              </a:rPr>
              <a:t>である。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75319" y="1417320"/>
            <a:ext cx="3794759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200"/>
              </a:spcAft>
            </a:pPr>
            <a:r>
              <a:rPr sz="4000" b="1">
                <a:solidFill>
                  <a:srgbClr val="1C3177"/>
                </a:solidFill>
                <a:latin typeface="Yu Gothic"/>
                <a:ea typeface="Yu Gothic"/>
                <a:cs typeface="Yu Gothic"/>
              </a:rPr>
              <a:t>×2.7</a:t>
            </a:r>
          </a:p>
          <a:p>
            <a:pPr>
              <a:lnSpc>
                <a:spcPct val="125000"/>
              </a:lnSpc>
              <a:spcAft>
                <a:spcPts val="200"/>
              </a:spcAft>
            </a:pPr>
            <a:r>
              <a:rPr sz="1500" b="0">
                <a:solidFill>
                  <a:srgbClr val="6E7488"/>
                </a:solidFill>
                <a:latin typeface="Yu Gothic"/>
                <a:ea typeface="Yu Gothic"/>
                <a:cs typeface="Yu Gothic"/>
              </a:rPr>
              <a:t>感度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75319" y="2697480"/>
            <a:ext cx="3794759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200"/>
              </a:spcAft>
            </a:pPr>
            <a:r>
              <a:rPr sz="4000" b="1">
                <a:solidFill>
                  <a:srgbClr val="1C3177"/>
                </a:solidFill>
                <a:latin typeface="Yu Gothic"/>
                <a:ea typeface="Yu Gothic"/>
                <a:cs typeface="Yu Gothic"/>
              </a:rPr>
              <a:t>×7</a:t>
            </a:r>
          </a:p>
          <a:p>
            <a:pPr>
              <a:lnSpc>
                <a:spcPct val="125000"/>
              </a:lnSpc>
              <a:spcAft>
                <a:spcPts val="200"/>
              </a:spcAft>
            </a:pPr>
            <a:r>
              <a:rPr sz="1500" b="0">
                <a:solidFill>
                  <a:srgbClr val="6E7488"/>
                </a:solidFill>
                <a:latin typeface="Yu Gothic"/>
                <a:ea typeface="Yu Gothic"/>
                <a:cs typeface="Yu Gothic"/>
              </a:rPr>
              <a:t>マップ 1 枚の取得時間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32764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0"/>
              </a:spcAft>
            </a:pPr>
            <a:r>
              <a:rPr sz="900" b="0">
                <a:solidFill>
                  <a:srgbClr val="6E7488"/>
                </a:solidFill>
                <a:latin typeface="Yu Gothic"/>
                <a:ea typeface="Yu Gothic"/>
                <a:cs typeface="Yu Gothic"/>
              </a:rPr>
              <a:t>P. Bhattacharyya et al., Nature 627, 73 (2024);  J. F. Barry et al., Rev. Mod. Phys. 92, 015004 (2020)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 b="1">
                <a:solidFill>
                  <a:srgbClr val="1C3177"/>
                </a:solidFill>
                <a:latin typeface="Yu Gothic"/>
                <a:ea typeface="Yu Gothic"/>
                <a:cs typeface="Yu Gothic"/>
              </a:rPr>
              <a:t>120 GPa では吸収帯とイオン化端が同時に青へ動く</a:t>
            </a:r>
          </a:p>
        </p:txBody>
      </p:sp>
      <p:pic>
        <p:nvPicPr>
          <p:cNvPr id="3" name="Picture 2" descr="talk_three_shifts_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325880"/>
            <a:ext cx="7040880" cy="401202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26679" y="1417320"/>
            <a:ext cx="3977639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700" b="0">
                <a:solidFill>
                  <a:srgbClr val="101426"/>
                </a:solidFill>
                <a:latin typeface="Yu Gothic"/>
                <a:ea typeface="Yu Gothic"/>
                <a:cs typeface="Yu Gothic"/>
              </a:rPr>
              <a:t>ZPL が +0.40 eV 青方偏移し、Huang–Rhys 因子が 3.08 → 4.61 に増える。吸収極大は 586 → 474 nm。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700" b="0">
                <a:solidFill>
                  <a:srgbClr val="101426"/>
                </a:solidFill>
                <a:latin typeface="Yu Gothic"/>
                <a:ea typeface="Yu Gothic"/>
                <a:cs typeface="Yu Gothic"/>
              </a:rPr>
              <a:t>同時に IP(³A₂) が 2.68 → 3.06 eV に上がる。3.06 eV = 405 nm。これより青は NV⁻ を直接 NV⁰ に変える。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700" b="0">
                <a:solidFill>
                  <a:srgbClr val="101426"/>
                </a:solidFill>
                <a:latin typeface="Yu Gothic"/>
                <a:ea typeface="Yu Gothic"/>
                <a:cs typeface="Yu Gothic"/>
              </a:rPr>
              <a:t>120 GPa では σ(473) は σ(532) の </a:t>
            </a:r>
            <a:r>
              <a:rPr sz="1700" b="1">
                <a:solidFill>
                  <a:srgbClr val="1C3177"/>
                </a:solidFill>
                <a:latin typeface="Yu Gothic"/>
                <a:ea typeface="Yu Gothic"/>
                <a:cs typeface="Yu Gothic"/>
              </a:rPr>
              <a:t>10 倍</a:t>
            </a:r>
            <a:r>
              <a:rPr sz="1700" b="0">
                <a:solidFill>
                  <a:srgbClr val="101426"/>
                </a:solidFill>
                <a:latin typeface="Yu Gothic"/>
                <a:ea typeface="Yu Gothic"/>
                <a:cs typeface="Yu Gothic"/>
              </a:rPr>
              <a:t>。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700" b="0">
                <a:solidFill>
                  <a:srgbClr val="101426"/>
                </a:solidFill>
                <a:latin typeface="Yu Gothic"/>
                <a:ea typeface="Yu Gothic"/>
                <a:cs typeface="Yu Gothic"/>
              </a:rPr>
              <a:t>η ∝ Δν/(C√R) はコントラストに線形、光子レートに √ で効く。釣り合いの位置は量的問題である。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32764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0"/>
              </a:spcAft>
            </a:pPr>
            <a:r>
              <a:rPr sz="900" b="0">
                <a:solidFill>
                  <a:srgbClr val="6E7488"/>
                </a:solidFill>
                <a:latin typeface="Yu Gothic"/>
                <a:ea typeface="Yu Gothic"/>
                <a:cs typeface="Yu Gothic"/>
              </a:rPr>
              <a:t>K. O. Ho, C. Dailledouze et al., arXiv:2606.02399 (2026) — DFT + DAC。灰色の常圧曲線は単一有効フォノン近似（50 GPa 以下では粗い）。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 b="1">
                <a:solidFill>
                  <a:srgbClr val="1C3177"/>
                </a:solidFill>
                <a:latin typeface="Yu Gothic"/>
                <a:ea typeface="Yu Gothic"/>
                <a:cs typeface="Yu Gothic"/>
              </a:rPr>
              <a:t>最適は 474 nm、5% 許容窓は 462–486 nm</a:t>
            </a:r>
          </a:p>
        </p:txBody>
      </p:sp>
      <p:pic>
        <p:nvPicPr>
          <p:cNvPr id="3" name="Picture 2" descr="talk_answer_120GPa_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325880"/>
            <a:ext cx="7040880" cy="3775353"/>
          </a:xfrm>
          <a:prstGeom prst="rect">
            <a:avLst/>
          </a:prstGeom>
        </p:spPr>
      </p:pic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26679" y="1325880"/>
          <a:ext cx="3977640" cy="17373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234440"/>
                <a:gridCol w="1051560"/>
                <a:gridCol w="1691640"/>
              </a:tblGrid>
              <a:tr h="43434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励起線</a:t>
                      </a:r>
                    </a:p>
                  </a:txBody>
                  <a:tcPr anchor="ctr" marL="73152" marR="73152" marT="36576" marB="36576">
                    <a:solidFill>
                      <a:srgbClr val="1C31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η/η（最適）</a:t>
                      </a:r>
                    </a:p>
                  </a:txBody>
                  <a:tcPr anchor="ctr" marL="73152" marR="73152" marT="36576" marB="36576">
                    <a:solidFill>
                      <a:srgbClr val="1C31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/>
                      </a:r>
                    </a:p>
                  </a:txBody>
                  <a:tcPr anchor="ctr" marL="73152" marR="73152" marT="36576" marB="36576">
                    <a:solidFill>
                      <a:srgbClr val="1C3177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01426"/>
                          </a:solidFill>
                          <a:latin typeface="Yu Gothic"/>
                          <a:ea typeface="Yu Gothic"/>
                          <a:cs typeface="Yu Gothic"/>
                        </a:rPr>
                        <a:t>405 nm</a:t>
                      </a:r>
                    </a:p>
                  </a:txBody>
                  <a:tcPr anchor="ctr" marL="73152" marR="73152" marT="36576" marB="36576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01426"/>
                          </a:solidFill>
                          <a:latin typeface="Yu Gothic"/>
                          <a:ea typeface="Yu Gothic"/>
                          <a:cs typeface="Yu Gothic"/>
                        </a:rPr>
                        <a:t>3.67</a:t>
                      </a:r>
                    </a:p>
                  </a:txBody>
                  <a:tcPr anchor="ctr" marL="73152" marR="73152" marT="36576" marB="36576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01426"/>
                          </a:solidFill>
                          <a:latin typeface="Yu Gothic"/>
                          <a:ea typeface="Yu Gothic"/>
                          <a:cs typeface="Yu Gothic"/>
                        </a:rPr>
                        <a:t>イオン化端</a:t>
                      </a:r>
                    </a:p>
                  </a:txBody>
                  <a:tcPr anchor="ctr" marL="73152" marR="73152" marT="36576" marB="36576">
                    <a:noFill/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101426"/>
                          </a:solidFill>
                          <a:latin typeface="Yu Gothic"/>
                          <a:ea typeface="Yu Gothic"/>
                          <a:cs typeface="Yu Gothic"/>
                        </a:rPr>
                        <a:t>473 nm</a:t>
                      </a:r>
                    </a:p>
                  </a:txBody>
                  <a:tcPr anchor="ctr" marL="73152" marR="73152" marT="36576" marB="36576">
                    <a:solidFill>
                      <a:srgbClr val="E8EA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101426"/>
                          </a:solidFill>
                          <a:latin typeface="Yu Gothic"/>
                          <a:ea typeface="Yu Gothic"/>
                          <a:cs typeface="Yu Gothic"/>
                        </a:rPr>
                        <a:t>1.00</a:t>
                      </a:r>
                    </a:p>
                  </a:txBody>
                  <a:tcPr anchor="ctr" marL="73152" marR="73152" marT="36576" marB="36576">
                    <a:solidFill>
                      <a:srgbClr val="E8EA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101426"/>
                          </a:solidFill>
                          <a:latin typeface="Yu Gothic"/>
                          <a:ea typeface="Yu Gothic"/>
                          <a:cs typeface="Yu Gothic"/>
                        </a:rPr>
                        <a:t>市販 DPSS</a:t>
                      </a:r>
                    </a:p>
                  </a:txBody>
                  <a:tcPr anchor="ctr" marL="73152" marR="73152" marT="36576" marB="36576">
                    <a:solidFill>
                      <a:srgbClr val="E8EAF1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01426"/>
                          </a:solidFill>
                          <a:latin typeface="Yu Gothic"/>
                          <a:ea typeface="Yu Gothic"/>
                          <a:cs typeface="Yu Gothic"/>
                        </a:rPr>
                        <a:t>532 nm</a:t>
                      </a:r>
                    </a:p>
                  </a:txBody>
                  <a:tcPr anchor="ctr" marL="73152" marR="73152" marT="36576" marB="36576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01426"/>
                          </a:solidFill>
                          <a:latin typeface="Yu Gothic"/>
                          <a:ea typeface="Yu Gothic"/>
                          <a:cs typeface="Yu Gothic"/>
                        </a:rPr>
                        <a:t>2.66</a:t>
                      </a:r>
                    </a:p>
                  </a:txBody>
                  <a:tcPr anchor="ctr" marL="73152" marR="73152" marT="36576" marB="36576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01426"/>
                          </a:solidFill>
                          <a:latin typeface="Yu Gothic"/>
                          <a:ea typeface="Yu Gothic"/>
                          <a:cs typeface="Yu Gothic"/>
                        </a:rPr>
                        <a:t>従来の既定</a:t>
                      </a:r>
                    </a:p>
                  </a:txBody>
                  <a:tcPr anchor="ctr" marL="73152" marR="73152" marT="36576" marB="36576">
                    <a:noFill/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26679" y="3429000"/>
            <a:ext cx="3977639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700" b="1">
                <a:solidFill>
                  <a:srgbClr val="101426"/>
                </a:solidFill>
                <a:latin typeface="Yu Gothic"/>
                <a:ea typeface="Yu Gothic"/>
                <a:cs typeface="Yu Gothic"/>
              </a:rPr>
              <a:t>473 nm DPSS で最適の 0.03% 以内。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700" b="0">
                <a:solidFill>
                  <a:srgbClr val="101426"/>
                </a:solidFill>
                <a:latin typeface="Yu Gothic"/>
                <a:ea typeface="Yu Gothic"/>
                <a:cs typeface="Yu Gothic"/>
              </a:rPr>
              <a:t>λ</a:t>
            </a:r>
            <a:r>
              <a:rPr sz="1700" b="0" baseline="-25000">
                <a:solidFill>
                  <a:srgbClr val="101426"/>
                </a:solidFill>
                <a:latin typeface="Yu Gothic"/>
                <a:ea typeface="Yu Gothic"/>
                <a:cs typeface="Yu Gothic"/>
              </a:rPr>
              <a:t>opt</a:t>
            </a:r>
            <a:r>
              <a:rPr sz="1700" b="0">
                <a:solidFill>
                  <a:srgbClr val="101426"/>
                </a:solidFill>
                <a:latin typeface="Yu Gothic"/>
                <a:ea typeface="Yu Gothic"/>
                <a:cs typeface="Yu Gothic"/>
              </a:rPr>
              <a:t> は ZPL に追随して 0.5 nm/GPa で動く。100 GPa では 484 nm。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700" b="0">
                <a:solidFill>
                  <a:srgbClr val="101426"/>
                </a:solidFill>
                <a:latin typeface="Yu Gothic"/>
                <a:ea typeface="Yu Gothic"/>
                <a:cs typeface="Yu Gothic"/>
              </a:rPr>
              <a:t>97–172 GPa を通す実験なら 488 nm と 473 nm の 2 本立てが有利。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32764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0"/>
              </a:spcAft>
            </a:pPr>
            <a:r>
              <a:rPr sz="900" b="0">
                <a:solidFill>
                  <a:srgbClr val="6E7488"/>
                </a:solidFill>
                <a:latin typeface="Yu Gothic"/>
                <a:ea typeface="Yu Gothic"/>
                <a:cs typeface="Yu Gothic"/>
              </a:rPr>
              <a:t>帯は現象論定数のモンテカルロ 16–84%。λopt = 474.0 +3.7 / −4.3 nm。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 b="1">
                <a:solidFill>
                  <a:srgbClr val="1C3177"/>
                </a:solidFill>
                <a:latin typeface="Yu Gothic"/>
                <a:ea typeface="Yu Gothic"/>
                <a:cs typeface="Yu Gothic"/>
              </a:rPr>
              <a:t>最適波長を動かすのは測定量だけである</a:t>
            </a:r>
          </a:p>
        </p:txBody>
      </p:sp>
      <p:pic>
        <p:nvPicPr>
          <p:cNvPr id="3" name="Picture 2" descr="tornado_lambda_opt_120GPa_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234440"/>
            <a:ext cx="7040880" cy="365318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26679" y="1417320"/>
            <a:ext cx="3977639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700" b="0">
                <a:solidFill>
                  <a:srgbClr val="101426"/>
                </a:solidFill>
                <a:latin typeface="Yu Gothic"/>
                <a:ea typeface="Yu Gothic"/>
                <a:cs typeface="Yu Gothic"/>
              </a:rPr>
              <a:t>励起状態イオン化と再結合はどちらも σ</a:t>
            </a:r>
            <a:r>
              <a:rPr sz="1700" b="0" baseline="-25000">
                <a:solidFill>
                  <a:srgbClr val="101426"/>
                </a:solidFill>
                <a:latin typeface="Yu Gothic"/>
                <a:ea typeface="Yu Gothic"/>
                <a:cs typeface="Yu Gothic"/>
              </a:rPr>
              <a:t>abs</a:t>
            </a:r>
            <a:r>
              <a:rPr sz="1700" b="0">
                <a:solidFill>
                  <a:srgbClr val="101426"/>
                </a:solidFill>
                <a:latin typeface="Yu Gothic"/>
                <a:ea typeface="Yu Gothic"/>
                <a:cs typeface="Yu Gothic"/>
              </a:rPr>
              <a:t> に比例するので、定常 NV⁻ 分率 f₋ から 0.2% の精度で相殺する。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700" b="0">
                <a:solidFill>
                  <a:srgbClr val="101426"/>
                </a:solidFill>
                <a:latin typeface="Yu Gothic"/>
                <a:ea typeface="Yu Gothic"/>
                <a:cs typeface="Yu Gothic"/>
              </a:rPr>
              <a:t>固定パワーでの最適は </a:t>
            </a:r>
            <a:r>
              <a:rPr sz="1700" b="1">
                <a:solidFill>
                  <a:srgbClr val="1C3177"/>
                </a:solidFill>
                <a:latin typeface="Yu Gothic"/>
                <a:ea typeface="Yu Gothic"/>
                <a:cs typeface="Yu Gothic"/>
              </a:rPr>
              <a:t>吸収極大そのもの</a:t>
            </a:r>
            <a:r>
              <a:rPr sz="1700" b="0">
                <a:solidFill>
                  <a:srgbClr val="101426"/>
                </a:solidFill>
                <a:latin typeface="Yu Gothic"/>
                <a:ea typeface="Yu Gothic"/>
                <a:cs typeface="Yu Gothic"/>
              </a:rPr>
              <a:t>。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700" b="0">
                <a:solidFill>
                  <a:srgbClr val="101426"/>
                </a:solidFill>
                <a:latin typeface="Yu Gothic"/>
                <a:ea typeface="Yu Gothic"/>
                <a:cs typeface="Yu Gothic"/>
              </a:rPr>
              <a:t>校正でフィットする 9 個の定数は 1 つも λ</a:t>
            </a:r>
            <a:r>
              <a:rPr sz="1700" b="0" baseline="-25000">
                <a:solidFill>
                  <a:srgbClr val="101426"/>
                </a:solidFill>
                <a:latin typeface="Yu Gothic"/>
                <a:ea typeface="Yu Gothic"/>
                <a:cs typeface="Yu Gothic"/>
              </a:rPr>
              <a:t>opt</a:t>
            </a:r>
            <a:r>
              <a:rPr sz="1700" b="0">
                <a:solidFill>
                  <a:srgbClr val="101426"/>
                </a:solidFill>
                <a:latin typeface="Yu Gothic"/>
                <a:ea typeface="Yu Gothic"/>
                <a:cs typeface="Yu Gothic"/>
              </a:rPr>
              <a:t> を動かさない。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700" b="0">
                <a:solidFill>
                  <a:srgbClr val="101426"/>
                </a:solidFill>
                <a:latin typeface="Yu Gothic"/>
                <a:ea typeface="Yu Gothic"/>
                <a:cs typeface="Yu Gothic"/>
              </a:rPr>
              <a:t>追加調整なしで、0–150 GPa・4 波長にわたる既発表 26 件を再現。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32764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0"/>
              </a:spcAft>
            </a:pPr>
            <a:r>
              <a:rPr sz="900" b="0">
                <a:solidFill>
                  <a:srgbClr val="6E7488"/>
                </a:solidFill>
                <a:latin typeface="Yu Gothic"/>
                <a:ea typeface="Yu Gothic"/>
                <a:cs typeface="Yu Gothic"/>
              </a:rPr>
              <a:t>各入力をモンテカルロ範囲の端に振り、他を公称値に固定したときの λopt の変化。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 b="1">
                <a:solidFill>
                  <a:srgbClr val="1C3177"/>
                </a:solidFill>
                <a:latin typeface="Yu Gothic"/>
                <a:ea typeface="Yu Gothic"/>
                <a:cs typeface="Yu Gothic"/>
              </a:rPr>
              <a:t>約 70 GPa で緑と青が入れ替わる</a:t>
            </a:r>
          </a:p>
        </p:txBody>
      </p:sp>
      <p:pic>
        <p:nvPicPr>
          <p:cNvPr id="3" name="Picture 2" descr="threshold_green_blue_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325880"/>
            <a:ext cx="7040880" cy="391407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26679" y="1417320"/>
            <a:ext cx="3977639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700" b="0">
                <a:solidFill>
                  <a:srgbClr val="101426"/>
                </a:solidFill>
                <a:latin typeface="Yu Gothic"/>
                <a:ea typeface="Yu Gothic"/>
                <a:cs typeface="Yu Gothic"/>
              </a:rPr>
              <a:t>50 GPa で青と緑を比較した既報は、</a:t>
            </a:r>
            <a:r>
              <a:rPr sz="1700" b="1">
                <a:solidFill>
                  <a:srgbClr val="101426"/>
                </a:solidFill>
                <a:latin typeface="Yu Gothic"/>
                <a:ea typeface="Yu Gothic"/>
                <a:cs typeface="Yu Gothic"/>
              </a:rPr>
              <a:t>青の明確な優位を見つけなかった</a:t>
            </a:r>
            <a:r>
              <a:rPr sz="1700" b="0">
                <a:solidFill>
                  <a:srgbClr val="101426"/>
                </a:solidFill>
                <a:latin typeface="Yu Gothic"/>
                <a:ea typeface="Yu Gothic"/>
                <a:cs typeface="Yu Gothic"/>
              </a:rPr>
              <a:t>。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700" b="0">
                <a:solidFill>
                  <a:srgbClr val="101426"/>
                </a:solidFill>
                <a:latin typeface="Yu Gothic"/>
                <a:ea typeface="Yu Gothic"/>
                <a:cs typeface="Yu Gothic"/>
              </a:rPr>
              <a:t>モデルはそこで 0.59、つまり緑が有利と答える。見つからなかったことが再現になっている。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700" b="0">
                <a:solidFill>
                  <a:srgbClr val="101426"/>
                </a:solidFill>
                <a:latin typeface="Yu Gothic"/>
                <a:ea typeface="Yu Gothic"/>
                <a:cs typeface="Yu Gothic"/>
              </a:rPr>
              <a:t>単一圧力の比較に乗る波長依存の系統誤差は圧力に依らないので、比が 1 を横切る位置を作ることも動かすこともできない。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700" b="1">
                <a:solidFill>
                  <a:srgbClr val="1C3177"/>
                </a:solidFill>
                <a:latin typeface="Yu Gothic"/>
                <a:ea typeface="Yu Gothic"/>
                <a:cs typeface="Yu Gothic"/>
              </a:rPr>
              <a:t>これが本研究を反証する測定である。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32764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0"/>
              </a:spcAft>
            </a:pPr>
            <a:r>
              <a:rPr sz="900" b="0">
                <a:solidFill>
                  <a:srgbClr val="6E7488"/>
                </a:solidFill>
                <a:latin typeface="Yu Gothic"/>
                <a:ea typeface="Yu Gothic"/>
                <a:cs typeface="Yu Gothic"/>
              </a:rPr>
              <a:t>P. Bhattacharyya, PhD thesis, UC Berkeley (2022), Sec. 6.3.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 b="1">
                <a:solidFill>
                  <a:srgbClr val="1C3177"/>
                </a:solidFill>
                <a:latin typeface="Yu Gothic"/>
                <a:ea typeface="Yu Gothic"/>
                <a:cs typeface="Yu Gothic"/>
              </a:rPr>
              <a:t>474 nm が成り立つ条件、成り立たない条件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234440"/>
          <a:ext cx="11155680" cy="35661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188720"/>
                <a:gridCol w="3200400"/>
                <a:gridCol w="6766560"/>
              </a:tblGrid>
              <a:tr h="713232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境界</a:t>
                      </a:r>
                    </a:p>
                  </a:txBody>
                  <a:tcPr anchor="ctr" marL="73152" marR="73152" marT="36576" marB="36576">
                    <a:solidFill>
                      <a:srgbClr val="1C31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条件</a:t>
                      </a:r>
                    </a:p>
                  </a:txBody>
                  <a:tcPr anchor="ctr" marL="73152" marR="73152" marT="36576" marB="36576">
                    <a:solidFill>
                      <a:srgbClr val="1C31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外れたとき</a:t>
                      </a:r>
                    </a:p>
                  </a:txBody>
                  <a:tcPr anchor="ctr" marL="73152" marR="73152" marT="36576" marB="36576">
                    <a:solidFill>
                      <a:srgbClr val="1C3177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01426"/>
                          </a:solidFill>
                          <a:latin typeface="Yu Gothic"/>
                          <a:ea typeface="Yu Gothic"/>
                          <a:cs typeface="Yu Gothic"/>
                        </a:rPr>
                        <a:t>応力</a:t>
                      </a:r>
                    </a:p>
                  </a:txBody>
                  <a:tcPr anchor="ctr" marL="73152" marR="73152" marT="36576" marB="36576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01426"/>
                          </a:solidFill>
                          <a:latin typeface="Yu Gothic"/>
                          <a:ea typeface="Yu Gothic"/>
                          <a:cs typeface="Yu Gothic"/>
                        </a:rPr>
                        <a:t>準静水圧 (micropillar, α ≈ 0.95)</a:t>
                      </a:r>
                    </a:p>
                  </a:txBody>
                  <a:tcPr anchor="ctr" marL="73152" marR="73152" marT="36576" marB="36576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01426"/>
                          </a:solidFill>
                          <a:latin typeface="Yu Gothic"/>
                          <a:ea typeface="Yu Gothic"/>
                          <a:cs typeface="Yu Gothic"/>
                        </a:rPr>
                        <a:t>平坦キュレット (α = 0.56) なら 508 nm。その形状は 40–50 GPa で ODMR コントラストを失う — micropillar は前提条件</a:t>
                      </a:r>
                    </a:p>
                  </a:txBody>
                  <a:tcPr anchor="ctr" marL="73152" marR="73152" marT="36576" marB="36576">
                    <a:noFill/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01426"/>
                          </a:solidFill>
                          <a:latin typeface="Yu Gothic"/>
                          <a:ea typeface="Yu Gothic"/>
                          <a:cs typeface="Yu Gothic"/>
                        </a:rPr>
                        <a:t>圧力</a:t>
                      </a:r>
                    </a:p>
                  </a:txBody>
                  <a:tcPr anchor="ctr" marL="73152" marR="73152" marT="36576" marB="36576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01426"/>
                          </a:solidFill>
                          <a:latin typeface="Yu Gothic"/>
                          <a:ea typeface="Yu Gothic"/>
                          <a:cs typeface="Yu Gothic"/>
                        </a:rPr>
                        <a:t>約 70 GPa 以上</a:t>
                      </a:r>
                    </a:p>
                  </a:txBody>
                  <a:tcPr anchor="ctr" marL="73152" marR="73152" marT="36576" marB="36576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01426"/>
                          </a:solidFill>
                          <a:latin typeface="Yu Gothic"/>
                          <a:ea typeface="Yu Gothic"/>
                          <a:cs typeface="Yu Gothic"/>
                        </a:rPr>
                        <a:t>それ以下では緑が有利。推奨が反転する</a:t>
                      </a:r>
                    </a:p>
                  </a:txBody>
                  <a:tcPr anchor="ctr" marL="73152" marR="73152" marT="36576" marB="36576">
                    <a:noFill/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01426"/>
                          </a:solidFill>
                          <a:latin typeface="Yu Gothic"/>
                          <a:ea typeface="Yu Gothic"/>
                          <a:cs typeface="Yu Gothic"/>
                        </a:rPr>
                        <a:t>パワー</a:t>
                      </a:r>
                    </a:p>
                  </a:txBody>
                  <a:tcPr anchor="ctr" marL="73152" marR="73152" marT="36576" marB="36576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01426"/>
                          </a:solidFill>
                          <a:latin typeface="Yu Gothic"/>
                          <a:ea typeface="Yu Gothic"/>
                          <a:cs typeface="Yu Gothic"/>
                        </a:rPr>
                        <a:t>低励起 (u ≲ 0.1)</a:t>
                      </a:r>
                    </a:p>
                  </a:txBody>
                  <a:tcPr anchor="ctr" marL="73152" marR="73152" marT="36576" marB="36576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01426"/>
                          </a:solidFill>
                          <a:latin typeface="Yu Gothic"/>
                          <a:ea typeface="Yu Gothic"/>
                          <a:cs typeface="Yu Gothic"/>
                        </a:rPr>
                        <a:t>飽和が始まると最適は青へ動く。u = 0.3 で 473 nm 固定のコストは ×1.6</a:t>
                      </a:r>
                    </a:p>
                  </a:txBody>
                  <a:tcPr anchor="ctr" marL="73152" marR="73152" marT="36576" marB="36576">
                    <a:noFill/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01426"/>
                          </a:solidFill>
                          <a:latin typeface="Yu Gothic"/>
                          <a:ea typeface="Yu Gothic"/>
                          <a:cs typeface="Yu Gothic"/>
                        </a:rPr>
                        <a:t>アンビル</a:t>
                      </a:r>
                    </a:p>
                  </a:txBody>
                  <a:tcPr anchor="ctr" marL="73152" marR="73152" marT="36576" marB="36576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01426"/>
                          </a:solidFill>
                          <a:latin typeface="Yu Gothic"/>
                          <a:ea typeface="Yu Gothic"/>
                          <a:cs typeface="Yu Gothic"/>
                        </a:rPr>
                        <a:t>低窒素アンビルへのイオン注入</a:t>
                      </a:r>
                    </a:p>
                  </a:txBody>
                  <a:tcPr anchor="ctr" marL="73152" marR="73152" marT="36576" marB="36576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01426"/>
                          </a:solidFill>
                          <a:latin typeface="Yu Gothic"/>
                          <a:ea typeface="Yu Gothic"/>
                          <a:cs typeface="Yu Gothic"/>
                        </a:rPr>
                        <a:t>type Ib バルクは 500 nm 以下を強く吸収し、青を送れない</a:t>
                      </a:r>
                    </a:p>
                  </a:txBody>
                  <a:tcPr anchor="ctr" marL="73152" marR="73152" marT="36576" marB="36576">
                    <a:noFill/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5074920"/>
            <a:ext cx="111556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600" b="0">
                <a:solidFill>
                  <a:srgbClr val="101426"/>
                </a:solidFill>
                <a:latin typeface="Yu Gothic"/>
                <a:ea typeface="Yu Gothic"/>
                <a:cs typeface="Yu Gothic"/>
              </a:rPr>
              <a:t>検出帯も ZPL とともに青へ動く。常圧で選んだパスバンドは 120 GPa で 発光の 26% しか拾わない。青励起にして初めて検出カットオンも動かせ、×1.6 が上乗せされる — 合計 ×4。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900" b="1">
                <a:solidFill>
                  <a:srgbClr val="1C3177"/>
                </a:solidFill>
                <a:latin typeface="Yu Gothic"/>
                <a:ea typeface="Yu Gothic"/>
                <a:cs typeface="Yu Gothic"/>
              </a:rPr>
              <a:t>120 GPa では 532 nm を 473 nm DPSS に替える。同じ磁気マップが 1/7 の時間で撮れる。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ユーザー定義 1">
      <a:dk1>
        <a:srgbClr val="000000"/>
      </a:dk1>
      <a:lt1>
        <a:srgbClr val="FFFFFF"/>
      </a:lt1>
      <a:dk2>
        <a:srgbClr val="1C3077"/>
      </a:dk2>
      <a:lt2>
        <a:srgbClr val="7F96C2"/>
      </a:lt2>
      <a:accent1>
        <a:srgbClr val="E97979"/>
      </a:accent1>
      <a:accent2>
        <a:srgbClr val="F8A088"/>
      </a:accent2>
      <a:accent3>
        <a:srgbClr val="EDC669"/>
      </a:accent3>
      <a:accent4>
        <a:srgbClr val="81BD5F"/>
      </a:accent4>
      <a:accent5>
        <a:srgbClr val="59A36C"/>
      </a:accent5>
      <a:accent6>
        <a:srgbClr val="999999"/>
      </a:accent6>
      <a:hlink>
        <a:srgbClr val="707070"/>
      </a:hlink>
      <a:folHlink>
        <a:srgbClr val="999999"/>
      </a:folHlink>
    </a:clrScheme>
    <a:fontScheme name="Office テーマ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/>
      <a:bodyPr vert="horz" lIns="91440" tIns="45720" rIns="91440" bIns="45720" rtlCol="0">
        <a:normAutofit/>
      </a:bodyPr>
      <a:lstStyle>
        <a:defPPr marL="0" marR="0" indent="0" algn="l" defTabSz="914400" rtl="0" eaLnBrk="1" fontAlgn="auto" latinLnBrk="0" hangingPunct="1">
          <a:lnSpc>
            <a:spcPct val="110000"/>
          </a:lnSpc>
          <a:spcBef>
            <a:spcPts val="1000"/>
          </a:spcBef>
          <a:spcAft>
            <a:spcPts val="0"/>
          </a:spcAft>
          <a:buClrTx/>
          <a:buSzTx/>
          <a:buFontTx/>
          <a:buNone/>
          <a:tabLst/>
          <a:defRPr kumimoji="1" sz="1600" b="0" i="0" u="none" strike="noStrike" kern="1200" cap="none" spc="0" normalizeH="0" noProof="0" dirty="0">
            <a:ln>
              <a:noFill/>
            </a:ln>
            <a:solidFill>
              <a:sysClr val="windowText" lastClr="000000"/>
            </a:solidFill>
            <a:effectLst/>
            <a:uLnTx/>
            <a:uFillTx/>
            <a:latin typeface="Hind" panose="02000000000000000000" pitchFamily="2" charset="0"/>
            <a:ea typeface="Noto Sans JP" panose="020B0200000000000000" pitchFamily="34" charset="-128"/>
            <a:cs typeface="+mn-cs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 2013 - 2022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125</TotalTime>
  <Words>848</Words>
  <Application>Microsoft Office PowerPoint</Application>
  <PresentationFormat>ワイド画面</PresentationFormat>
  <Paragraphs>220</Paragraphs>
  <Slides>48</Slides>
  <Notes>2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8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48</vt:i4>
      </vt:variant>
    </vt:vector>
  </HeadingPairs>
  <TitlesOfParts>
    <vt:vector size="57" baseType="lpstr">
      <vt:lpstr>Microsoft YaHei</vt:lpstr>
      <vt:lpstr>Noto Sans JP</vt:lpstr>
      <vt:lpstr>Yu Gothic Medium</vt:lpstr>
      <vt:lpstr>Yu Gothic</vt:lpstr>
      <vt:lpstr>Yu Gothic</vt:lpstr>
      <vt:lpstr>游ゴシック Medium</vt:lpstr>
      <vt:lpstr>Arial</vt:lpstr>
      <vt:lpstr>Calibri</vt:lpstr>
      <vt:lpstr>Office テーマ</vt:lpstr>
      <vt:lpstr>Science Tokyo パワーポイントテンプレート</vt:lpstr>
      <vt:lpstr>パワーポイントテンプレート構成</vt:lpstr>
      <vt:lpstr>1. 表紙＋中表紙（4パターン）　</vt:lpstr>
      <vt:lpstr>表紙＋中表紙</vt:lpstr>
      <vt:lpstr>PowerPoint プレゼンテーション</vt:lpstr>
      <vt:lpstr>A</vt:lpstr>
      <vt:lpstr>タイトルタイトル 游ゴシック/Bold</vt:lpstr>
      <vt:lpstr>タイトル　游ゴシック/Bold</vt:lpstr>
      <vt:lpstr>タイトル　游ゴシック/Bold</vt:lpstr>
      <vt:lpstr>PowerPoint プレゼンテーション</vt:lpstr>
      <vt:lpstr>B</vt:lpstr>
      <vt:lpstr>タイトルタイトル 游ゴシック/Bold</vt:lpstr>
      <vt:lpstr>タイトル　游ゴシック/Bold</vt:lpstr>
      <vt:lpstr>タイトル　游ゴシック/Bold</vt:lpstr>
      <vt:lpstr>PowerPoint プレゼンテーション</vt:lpstr>
      <vt:lpstr>C</vt:lpstr>
      <vt:lpstr>タイトルタイトル 游ゴシック/Bold</vt:lpstr>
      <vt:lpstr>タイトル タイトル 游ゴシック/Bold</vt:lpstr>
      <vt:lpstr>タイトル タイトル 游ゴシック/Bold</vt:lpstr>
      <vt:lpstr>PowerPoint プレゼンテーション</vt:lpstr>
      <vt:lpstr>D</vt:lpstr>
      <vt:lpstr>タイトルタイトル 游ゴシック/Bold</vt:lpstr>
      <vt:lpstr>タイトル　游ゴシック/Bold</vt:lpstr>
      <vt:lpstr>タイトル　游ゴシック/Bold</vt:lpstr>
      <vt:lpstr>2. 目次ページ（全パターン共通）</vt:lpstr>
      <vt:lpstr>目次　游ゴシック/Bold</vt:lpstr>
      <vt:lpstr>3. コンテンツページ（全パターン共通）</vt:lpstr>
      <vt:lpstr>コンテンツページ</vt:lpstr>
      <vt:lpstr>タイトル　游ゴシック/Bold</vt:lpstr>
      <vt:lpstr>タイトル　游ゴシック/Bold</vt:lpstr>
      <vt:lpstr>タイトル　游ゴシック/Bold</vt:lpstr>
      <vt:lpstr>タイトル　游ゴシック/Bold</vt:lpstr>
      <vt:lpstr>タイトル　游ゴシック/Bold</vt:lpstr>
      <vt:lpstr>タイトル　游ゴシック/Bold</vt:lpstr>
      <vt:lpstr>タイトル　游ゴシック/Bold</vt:lpstr>
      <vt:lpstr>タイトル　游ゴシック/Bold</vt:lpstr>
      <vt:lpstr>4. フォントについて　</vt:lpstr>
      <vt:lpstr>フォントについて</vt:lpstr>
      <vt:lpstr>5. カラーについて　</vt:lpstr>
      <vt:lpstr>カラーについて</vt:lpstr>
      <vt:lpstr>カラーについて</vt:lpstr>
      <vt:lpstr>6. 参考レイアウト例</vt:lpstr>
      <vt:lpstr>PowerPoint プレゼンテーション</vt:lpstr>
      <vt:lpstr>グラフ図表事例</vt:lpstr>
      <vt:lpstr>グラフ図表事例</vt:lpstr>
      <vt:lpstr>PowerPoint プレゼンテーション</vt:lpstr>
      <vt:lpstr>組織図表例</vt:lpstr>
      <vt:lpstr>組織図表例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Science Tokyo</dc:creator>
  <cp:lastModifiedBy>Science Tokyo広報課</cp:lastModifiedBy>
  <cp:revision>24</cp:revision>
  <dcterms:created xsi:type="dcterms:W3CDTF">2024-05-02T13:19:49Z</dcterms:created>
  <dcterms:modified xsi:type="dcterms:W3CDTF">2026-05-04T11:56:11Z</dcterms:modified>
</cp:coreProperties>
</file>