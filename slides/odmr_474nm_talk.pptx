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88" r:id="rId1"/>
  </p:sldMasterIdLst>
  <p:notesMasterIdLst>
    <p:notesMasterId r:id="rId50"/>
  </p:notesMasterIdLst>
  <p:sldIdLst>
    <p:sldId id="256" r:id="rId8"/>
    <p:sldId id="257" r:id="rId9"/>
    <p:sldId id="258" r:id="rId10"/>
    <p:sldId id="259" r:id="rId11"/>
    <p:sldId id="260" r:id="rId12"/>
    <p:sldId id="261" r:id="rId13"/>
    <p:sldId id="262" r:id="rId14"/>
    <p:sldId id="263" r:id="rId15"/>
    <p:sldId id="26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2B2A"/>
    <a:srgbClr val="707070"/>
    <a:srgbClr val="2B9B48"/>
    <a:srgbClr val="6BB829"/>
    <a:srgbClr val="F8BB25"/>
    <a:srgbClr val="FE8630"/>
    <a:srgbClr val="009D3E"/>
    <a:srgbClr val="FF0015"/>
    <a:srgbClr val="FF7E00"/>
    <a:srgbClr val="F7BB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6BB743-7BAC-BD40-B4F2-B16391318692}" v="5" dt="2024-07-24T03:34:29.8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8"/>
    <p:restoredTop sz="94648"/>
  </p:normalViewPr>
  <p:slideViewPr>
    <p:cSldViewPr snapToGrid="0">
      <p:cViewPr varScale="1">
        <p:scale>
          <a:sx n="107" d="100"/>
          <a:sy n="107" d="100"/>
        </p:scale>
        <p:origin x="714" y="78"/>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5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54DE91-F736-AB48-81FA-0DBC1D2288D3}" type="datetimeFigureOut">
              <a:rPr kumimoji="1" lang="ja-JP" altLang="en-US" smtClean="0"/>
              <a:t>2026/5/4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CB0E78-FB0F-2646-A98F-B55C16366C94}" type="slidenum">
              <a:rPr kumimoji="1" lang="ja-JP" altLang="en-US" smtClean="0"/>
              <a:t>‹#›</a:t>
            </a:fld>
            <a:endParaRPr kumimoji="1" lang="ja-JP" altLang="en-US"/>
          </a:p>
        </p:txBody>
      </p:sp>
    </p:spTree>
    <p:extLst>
      <p:ext uri="{BB962C8B-B14F-4D97-AF65-F5344CB8AC3E}">
        <p14:creationId xmlns:p14="http://schemas.microsoft.com/office/powerpoint/2010/main" val="2955466455"/>
      </p:ext>
    </p:extLst>
  </p:cSld>
  <p:clrMap bg1="lt1" tx1="dk1" bg2="lt2" tx2="dk2" accent1="accent1" accent2="accent2" accent3="accent3" accent4="accent4" accent5="accent5" accent6="accent6" hlink="hlink" folHlink="folHlink"/>
  <p:notesStyle>
    <a:lvl1pPr marL="0" algn="l" defTabSz="1219140" rtl="0" eaLnBrk="1" latinLnBrk="0" hangingPunct="1">
      <a:defRPr kumimoji="1" sz="1600" kern="1200">
        <a:solidFill>
          <a:schemeClr val="tx1"/>
        </a:solidFill>
        <a:latin typeface="+mn-lt"/>
        <a:ea typeface="+mn-ea"/>
        <a:cs typeface="+mn-cs"/>
      </a:defRPr>
    </a:lvl1pPr>
    <a:lvl2pPr marL="609570" algn="l" defTabSz="1219140" rtl="0" eaLnBrk="1" latinLnBrk="0" hangingPunct="1">
      <a:defRPr kumimoji="1" sz="1600" kern="1200">
        <a:solidFill>
          <a:schemeClr val="tx1"/>
        </a:solidFill>
        <a:latin typeface="+mn-lt"/>
        <a:ea typeface="+mn-ea"/>
        <a:cs typeface="+mn-cs"/>
      </a:defRPr>
    </a:lvl2pPr>
    <a:lvl3pPr marL="1219140" algn="l" defTabSz="1219140" rtl="0" eaLnBrk="1" latinLnBrk="0" hangingPunct="1">
      <a:defRPr kumimoji="1" sz="1600" kern="1200">
        <a:solidFill>
          <a:schemeClr val="tx1"/>
        </a:solidFill>
        <a:latin typeface="+mn-lt"/>
        <a:ea typeface="+mn-ea"/>
        <a:cs typeface="+mn-cs"/>
      </a:defRPr>
    </a:lvl3pPr>
    <a:lvl4pPr marL="1828709" algn="l" defTabSz="1219140" rtl="0" eaLnBrk="1" latinLnBrk="0" hangingPunct="1">
      <a:defRPr kumimoji="1" sz="1600" kern="1200">
        <a:solidFill>
          <a:schemeClr val="tx1"/>
        </a:solidFill>
        <a:latin typeface="+mn-lt"/>
        <a:ea typeface="+mn-ea"/>
        <a:cs typeface="+mn-cs"/>
      </a:defRPr>
    </a:lvl4pPr>
    <a:lvl5pPr marL="2438278" algn="l" defTabSz="1219140" rtl="0" eaLnBrk="1" latinLnBrk="0" hangingPunct="1">
      <a:defRPr kumimoji="1" sz="1600" kern="1200">
        <a:solidFill>
          <a:schemeClr val="tx1"/>
        </a:solidFill>
        <a:latin typeface="+mn-lt"/>
        <a:ea typeface="+mn-ea"/>
        <a:cs typeface="+mn-cs"/>
      </a:defRPr>
    </a:lvl5pPr>
    <a:lvl6pPr marL="3047848" algn="l" defTabSz="1219140" rtl="0" eaLnBrk="1" latinLnBrk="0" hangingPunct="1">
      <a:defRPr kumimoji="1" sz="1600" kern="1200">
        <a:solidFill>
          <a:schemeClr val="tx1"/>
        </a:solidFill>
        <a:latin typeface="+mn-lt"/>
        <a:ea typeface="+mn-ea"/>
        <a:cs typeface="+mn-cs"/>
      </a:defRPr>
    </a:lvl6pPr>
    <a:lvl7pPr marL="3657418" algn="l" defTabSz="1219140" rtl="0" eaLnBrk="1" latinLnBrk="0" hangingPunct="1">
      <a:defRPr kumimoji="1" sz="1600" kern="1200">
        <a:solidFill>
          <a:schemeClr val="tx1"/>
        </a:solidFill>
        <a:latin typeface="+mn-lt"/>
        <a:ea typeface="+mn-ea"/>
        <a:cs typeface="+mn-cs"/>
      </a:defRPr>
    </a:lvl7pPr>
    <a:lvl8pPr marL="4266987" algn="l" defTabSz="1219140" rtl="0" eaLnBrk="1" latinLnBrk="0" hangingPunct="1">
      <a:defRPr kumimoji="1" sz="1600" kern="1200">
        <a:solidFill>
          <a:schemeClr val="tx1"/>
        </a:solidFill>
        <a:latin typeface="+mn-lt"/>
        <a:ea typeface="+mn-ea"/>
        <a:cs typeface="+mn-cs"/>
      </a:defRPr>
    </a:lvl8pPr>
    <a:lvl9pPr marL="4876557" algn="l" defTabSz="1219140"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0:00–0:40  結論を先に置く。市販 473 nm DPSS で最適の 0.03% 以内。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0:40–1:50  DAC とは何かを図で見せる。狙う圧力帯 → 試料が小さすぎる → 抵抗では決着しない、の 3 段。</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1:50–2:40  探針はアンビル内。既に撮れている実測を見せ、マップ時間 ∝ 画素数/η² で感度が通貨だと言う。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2:40–3:50  2 つの端が窓を挟み込む。常圧曲線は近似が粗い旨を先に断る。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3:50–4:50  答え。窓の広さと 473 nm の位置を見せる。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4:50–5:10  相殺 → 現象論非依存。ゼロが並ぶ絵が主張そのもの。</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5:10–6:10  再現。較正は 2 定数だけ、独立データは自由度なしで合う。</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6:10–7:10  反証条件。符号変化は単一圧力の系統誤差では作れない。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7:10–8:00  適用条件とまとめ。校正は 474 nm の検証ではなく絶対感度・パワー依存・f₋ の直接測定のために行う。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A-タイトルスライド">
    <p:bg>
      <p:bgPr>
        <a:solidFill>
          <a:srgbClr val="FFFFFF"/>
        </a:solidFill>
        <a:effectLst/>
      </p:bgPr>
    </p:bg>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BDB99294-F8AA-3558-0885-6694A330E7BC}"/>
              </a:ext>
            </a:extLst>
          </p:cNvPr>
          <p:cNvPicPr>
            <a:picLocks noChangeAspect="1"/>
          </p:cNvPicPr>
          <p:nvPr userDrawn="1"/>
        </p:nvPicPr>
        <p:blipFill>
          <a:blip r:embed="rId2"/>
          <a:srcRect/>
          <a:stretch/>
        </p:blipFill>
        <p:spPr>
          <a:xfrm>
            <a:off x="0" y="0"/>
            <a:ext cx="12192000" cy="6858000"/>
          </a:xfrm>
          <a:prstGeom prst="rect">
            <a:avLst/>
          </a:prstGeom>
        </p:spPr>
      </p:pic>
      <p:pic>
        <p:nvPicPr>
          <p:cNvPr id="14" name="図 13">
            <a:extLst>
              <a:ext uri="{FF2B5EF4-FFF2-40B4-BE49-F238E27FC236}">
                <a16:creationId xmlns:a16="http://schemas.microsoft.com/office/drawing/2014/main" id="{20BFFCA8-6C4A-812A-F8B9-86D5155D1A05}"/>
              </a:ext>
            </a:extLst>
          </p:cNvPr>
          <p:cNvPicPr>
            <a:picLocks noChangeAspect="1"/>
          </p:cNvPicPr>
          <p:nvPr userDrawn="1"/>
        </p:nvPicPr>
        <p:blipFill>
          <a:blip r:embed="rId3"/>
          <a:stretch>
            <a:fillRect/>
          </a:stretch>
        </p:blipFill>
        <p:spPr>
          <a:xfrm>
            <a:off x="9025567" y="4828159"/>
            <a:ext cx="2832000" cy="575135"/>
          </a:xfrm>
          <a:prstGeom prst="rect">
            <a:avLst/>
          </a:prstGeom>
        </p:spPr>
      </p:pic>
      <p:sp>
        <p:nvSpPr>
          <p:cNvPr id="2" name="タイトル 7">
            <a:extLst>
              <a:ext uri="{FF2B5EF4-FFF2-40B4-BE49-F238E27FC236}">
                <a16:creationId xmlns:a16="http://schemas.microsoft.com/office/drawing/2014/main" id="{F5C60916-439F-51BE-149E-8DE1E916139E}"/>
              </a:ext>
            </a:extLst>
          </p:cNvPr>
          <p:cNvSpPr>
            <a:spLocks noGrp="1"/>
          </p:cNvSpPr>
          <p:nvPr>
            <p:ph type="title" hasCustomPrompt="1"/>
          </p:nvPr>
        </p:nvSpPr>
        <p:spPr>
          <a:xfrm>
            <a:off x="1116022" y="1232379"/>
            <a:ext cx="10488876" cy="1325563"/>
          </a:xfrm>
          <a:prstGeom prst="rect">
            <a:avLst/>
          </a:prstGeom>
        </p:spPr>
        <p:txBody>
          <a:bodyPr/>
          <a:lstStyle>
            <a:lvl1pPr>
              <a:lnSpc>
                <a:spcPct val="110000"/>
              </a:lnSpc>
              <a:defRPr sz="4000" b="1" i="0">
                <a:solidFill>
                  <a:schemeClr val="bg1"/>
                </a:solidFill>
                <a:latin typeface="+mn-ea"/>
                <a:ea typeface="+mn-ea"/>
              </a:defRPr>
            </a:lvl1pPr>
          </a:lstStyle>
          <a:p>
            <a:r>
              <a:rPr kumimoji="1" lang="ja-JP" altLang="en-US"/>
              <a:t>タイトルタイトル</a:t>
            </a:r>
            <a:br>
              <a:rPr kumimoji="1" lang="en-US" altLang="ja-JP"/>
            </a:br>
            <a:r>
              <a:rPr lang="ja-JP" altLang="en-US"/>
              <a:t>游ゴシック</a:t>
            </a:r>
            <a:r>
              <a:rPr lang="en-US" altLang="ja-JP"/>
              <a:t>/Bold</a:t>
            </a:r>
            <a:endParaRPr kumimoji="1" lang="ja-JP" altLang="en-US"/>
          </a:p>
        </p:txBody>
      </p:sp>
      <p:sp>
        <p:nvSpPr>
          <p:cNvPr id="3" name="コンテンツ プレースホルダー 12">
            <a:extLst>
              <a:ext uri="{FF2B5EF4-FFF2-40B4-BE49-F238E27FC236}">
                <a16:creationId xmlns:a16="http://schemas.microsoft.com/office/drawing/2014/main" id="{4C476F49-865D-989F-F96C-F93805A66204}"/>
              </a:ext>
            </a:extLst>
          </p:cNvPr>
          <p:cNvSpPr>
            <a:spLocks noGrp="1"/>
          </p:cNvSpPr>
          <p:nvPr>
            <p:ph sz="quarter" idx="10" hasCustomPrompt="1"/>
          </p:nvPr>
        </p:nvSpPr>
        <p:spPr>
          <a:xfrm>
            <a:off x="1115055" y="2710502"/>
            <a:ext cx="10482334" cy="686792"/>
          </a:xfrm>
          <a:prstGeom prst="rect">
            <a:avLst/>
          </a:prstGeom>
        </p:spPr>
        <p:txBody>
          <a:bodyPr anchor="ctr"/>
          <a:lstStyle>
            <a:lvl1pPr marL="0" indent="0">
              <a:lnSpc>
                <a:spcPct val="130000"/>
              </a:lnSpc>
              <a:spcBef>
                <a:spcPts val="0"/>
              </a:spcBef>
              <a:buNone/>
              <a:defRPr sz="1800" b="1" i="0">
                <a:solidFill>
                  <a:schemeClr val="bg1"/>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氏名</a:t>
            </a:r>
            <a:r>
              <a:rPr kumimoji="1" lang="en-US" altLang="ja-JP"/>
              <a:t>      </a:t>
            </a:r>
          </a:p>
          <a:p>
            <a:pPr lvl="0"/>
            <a:r>
              <a:rPr kumimoji="1" lang="ja-JP" altLang="en-US"/>
              <a:t>游ゴシック</a:t>
            </a:r>
            <a:r>
              <a:rPr kumimoji="1" lang="en-US" altLang="ja-JP"/>
              <a:t>/ Bold</a:t>
            </a:r>
            <a:endParaRPr kumimoji="1" lang="ja-JP" altLang="en-US"/>
          </a:p>
        </p:txBody>
      </p:sp>
      <p:sp>
        <p:nvSpPr>
          <p:cNvPr id="4" name="コンテンツ プレースホルダー 12">
            <a:extLst>
              <a:ext uri="{FF2B5EF4-FFF2-40B4-BE49-F238E27FC236}">
                <a16:creationId xmlns:a16="http://schemas.microsoft.com/office/drawing/2014/main" id="{D2786611-1C45-B8F0-5DE8-65AD4FD4B0F7}"/>
              </a:ext>
            </a:extLst>
          </p:cNvPr>
          <p:cNvSpPr>
            <a:spLocks noGrp="1"/>
          </p:cNvSpPr>
          <p:nvPr>
            <p:ph sz="quarter" idx="11" hasCustomPrompt="1"/>
          </p:nvPr>
        </p:nvSpPr>
        <p:spPr>
          <a:xfrm>
            <a:off x="1122564" y="3494556"/>
            <a:ext cx="9077350" cy="686792"/>
          </a:xfrm>
          <a:prstGeom prst="rect">
            <a:avLst/>
          </a:prstGeom>
        </p:spPr>
        <p:txBody>
          <a:bodyPr anchor="ctr"/>
          <a:lstStyle>
            <a:lvl1pPr marL="0" indent="0">
              <a:lnSpc>
                <a:spcPct val="130000"/>
              </a:lnSpc>
              <a:spcBef>
                <a:spcPts val="0"/>
              </a:spcBef>
              <a:buNone/>
              <a:defRPr sz="1600" b="1" i="0">
                <a:solidFill>
                  <a:schemeClr val="bg1"/>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役職</a:t>
            </a:r>
            <a:r>
              <a:rPr kumimoji="1" lang="en-US" altLang="ja-JP"/>
              <a:t> </a:t>
            </a:r>
            <a:r>
              <a:rPr kumimoji="1" lang="ja-JP" altLang="en-US"/>
              <a:t>・所属</a:t>
            </a:r>
            <a:endParaRPr kumimoji="1" lang="en-US" altLang="ja-JP"/>
          </a:p>
          <a:p>
            <a:pPr lvl="0"/>
            <a:r>
              <a:rPr kumimoji="1" lang="ja-JP" altLang="en-US"/>
              <a:t>游ゴシック</a:t>
            </a:r>
            <a:r>
              <a:rPr kumimoji="1" lang="en-US" altLang="ja-JP"/>
              <a:t> /Bold</a:t>
            </a:r>
            <a:r>
              <a:rPr kumimoji="1" lang="ja-JP" altLang="en-US"/>
              <a:t>　　</a:t>
            </a:r>
          </a:p>
        </p:txBody>
      </p:sp>
      <p:sp>
        <p:nvSpPr>
          <p:cNvPr id="5" name="コンテンツ プレースホルダー 12">
            <a:extLst>
              <a:ext uri="{FF2B5EF4-FFF2-40B4-BE49-F238E27FC236}">
                <a16:creationId xmlns:a16="http://schemas.microsoft.com/office/drawing/2014/main" id="{A1DE5D5F-AFDB-CCF4-7161-800DD7F2CE67}"/>
              </a:ext>
            </a:extLst>
          </p:cNvPr>
          <p:cNvSpPr>
            <a:spLocks noGrp="1"/>
          </p:cNvSpPr>
          <p:nvPr>
            <p:ph sz="quarter" idx="12" hasCustomPrompt="1"/>
          </p:nvPr>
        </p:nvSpPr>
        <p:spPr>
          <a:xfrm>
            <a:off x="6183087" y="6463214"/>
            <a:ext cx="5761568" cy="317384"/>
          </a:xfrm>
          <a:prstGeom prst="rect">
            <a:avLst/>
          </a:prstGeom>
        </p:spPr>
        <p:txBody>
          <a:bodyPr lIns="90000" anchor="ctr">
            <a:noAutofit/>
          </a:bodyPr>
          <a:lstStyle>
            <a:lvl1pPr marL="0" indent="0" algn="r">
              <a:lnSpc>
                <a:spcPct val="150000"/>
              </a:lnSpc>
              <a:spcBef>
                <a:spcPts val="0"/>
              </a:spcBef>
              <a:buNone/>
              <a:defRPr sz="1400" b="1" i="0">
                <a:solidFill>
                  <a:schemeClr val="bg1"/>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イベント名・日付</a:t>
            </a:r>
            <a:r>
              <a:rPr kumimoji="1" lang="en-US" altLang="ja-JP"/>
              <a:t> </a:t>
            </a:r>
            <a:r>
              <a:rPr kumimoji="1" lang="ja-JP" altLang="en-US"/>
              <a:t>　　游ゴシック</a:t>
            </a:r>
            <a:r>
              <a:rPr kumimoji="1" lang="en-US" altLang="ja-JP"/>
              <a:t> /Bold</a:t>
            </a:r>
            <a:r>
              <a:rPr kumimoji="1" lang="ja-JP" altLang="en-US"/>
              <a:t>　　</a:t>
            </a:r>
          </a:p>
        </p:txBody>
      </p:sp>
    </p:spTree>
    <p:extLst>
      <p:ext uri="{BB962C8B-B14F-4D97-AF65-F5344CB8AC3E}">
        <p14:creationId xmlns:p14="http://schemas.microsoft.com/office/powerpoint/2010/main" val="1328905508"/>
      </p:ext>
    </p:extLst>
  </p:cSld>
  <p:clrMapOvr>
    <a:masterClrMapping/>
  </p:clrMapOvr>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A-中表紙スライド1">
    <p:bg>
      <p:bgPr>
        <a:solidFill>
          <a:srgbClr val="FFFFFF"/>
        </a:solidFill>
        <a:effectLst/>
      </p:bgPr>
    </p:bg>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D341FA49-C8BA-4416-CFA9-6B1556B5337C}"/>
              </a:ext>
            </a:extLst>
          </p:cNvPr>
          <p:cNvPicPr>
            <a:picLocks noChangeAspect="1"/>
          </p:cNvPicPr>
          <p:nvPr userDrawn="1"/>
        </p:nvPicPr>
        <p:blipFill>
          <a:blip r:embed="rId2"/>
          <a:srcRect/>
          <a:stretch/>
        </p:blipFill>
        <p:spPr>
          <a:xfrm>
            <a:off x="0" y="336"/>
            <a:ext cx="12192000" cy="6858000"/>
          </a:xfrm>
          <a:prstGeom prst="rect">
            <a:avLst/>
          </a:prstGeom>
        </p:spPr>
      </p:pic>
      <p:pic>
        <p:nvPicPr>
          <p:cNvPr id="5" name="図 4">
            <a:extLst>
              <a:ext uri="{FF2B5EF4-FFF2-40B4-BE49-F238E27FC236}">
                <a16:creationId xmlns:a16="http://schemas.microsoft.com/office/drawing/2014/main" id="{2831E5C8-18EB-2484-7419-A7621BEDE708}"/>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2" name="タイトル 6">
            <a:extLst>
              <a:ext uri="{FF2B5EF4-FFF2-40B4-BE49-F238E27FC236}">
                <a16:creationId xmlns:a16="http://schemas.microsoft.com/office/drawing/2014/main" id="{32EC8CC2-84B1-BCA0-479A-A4A20AF286D3}"/>
              </a:ext>
            </a:extLst>
          </p:cNvPr>
          <p:cNvSpPr>
            <a:spLocks noGrp="1"/>
          </p:cNvSpPr>
          <p:nvPr>
            <p:ph type="title" hasCustomPrompt="1"/>
          </p:nvPr>
        </p:nvSpPr>
        <p:spPr>
          <a:xfrm>
            <a:off x="574040" y="3148965"/>
            <a:ext cx="10927080" cy="589915"/>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3" name="スライド番号プレースホルダー 2">
            <a:extLst>
              <a:ext uri="{FF2B5EF4-FFF2-40B4-BE49-F238E27FC236}">
                <a16:creationId xmlns:a16="http://schemas.microsoft.com/office/drawing/2014/main" id="{B343BA23-B623-F431-3B6B-C265DB029DFE}"/>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94867889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中表紙スライド2">
    <p:spTree>
      <p:nvGrpSpPr>
        <p:cNvPr id="1" name=""/>
        <p:cNvGrpSpPr/>
        <p:nvPr/>
      </p:nvGrpSpPr>
      <p:grpSpPr>
        <a:xfrm>
          <a:off x="0" y="0"/>
          <a:ext cx="0" cy="0"/>
          <a:chOff x="0" y="0"/>
          <a:chExt cx="0" cy="0"/>
        </a:xfrm>
      </p:grpSpPr>
      <p:pic>
        <p:nvPicPr>
          <p:cNvPr id="9" name="図 8" descr="背景パターン&#10;&#10;中程度の精度で自動的に生成された説明">
            <a:extLst>
              <a:ext uri="{FF2B5EF4-FFF2-40B4-BE49-F238E27FC236}">
                <a16:creationId xmlns:a16="http://schemas.microsoft.com/office/drawing/2014/main" id="{9C23EC59-0C5A-7811-5B85-B9E539D07964}"/>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図 6">
            <a:extLst>
              <a:ext uri="{FF2B5EF4-FFF2-40B4-BE49-F238E27FC236}">
                <a16:creationId xmlns:a16="http://schemas.microsoft.com/office/drawing/2014/main" id="{64AE62DC-41F4-6B39-3960-021C4F9297C0}"/>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5" name="タイトル 6">
            <a:extLst>
              <a:ext uri="{FF2B5EF4-FFF2-40B4-BE49-F238E27FC236}">
                <a16:creationId xmlns:a16="http://schemas.microsoft.com/office/drawing/2014/main" id="{E19FAA7A-3085-9294-E31F-CE7196FF2A0A}"/>
              </a:ext>
            </a:extLst>
          </p:cNvPr>
          <p:cNvSpPr>
            <a:spLocks noGrp="1"/>
          </p:cNvSpPr>
          <p:nvPr>
            <p:ph type="title" hasCustomPrompt="1"/>
          </p:nvPr>
        </p:nvSpPr>
        <p:spPr>
          <a:xfrm>
            <a:off x="574040" y="3148965"/>
            <a:ext cx="10927080" cy="589915"/>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2" name="スライド番号プレースホルダー 1">
            <a:extLst>
              <a:ext uri="{FF2B5EF4-FFF2-40B4-BE49-F238E27FC236}">
                <a16:creationId xmlns:a16="http://schemas.microsoft.com/office/drawing/2014/main" id="{4E0A0950-A128-01BF-1AAF-4BB004B48A28}"/>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1799455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タイトルスライド">
    <p:bg>
      <p:bgPr>
        <a:solidFill>
          <a:srgbClr val="FFFFFF"/>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89932967-DE81-3918-C882-41D1FC6677C4}"/>
              </a:ext>
            </a:extLst>
          </p:cNvPr>
          <p:cNvPicPr>
            <a:picLocks noChangeAspect="1"/>
          </p:cNvPicPr>
          <p:nvPr userDrawn="1"/>
        </p:nvPicPr>
        <p:blipFill>
          <a:blip r:embed="rId2"/>
          <a:srcRect/>
          <a:stretch/>
        </p:blipFill>
        <p:spPr>
          <a:xfrm>
            <a:off x="0" y="0"/>
            <a:ext cx="12192000" cy="6858000"/>
          </a:xfrm>
          <a:prstGeom prst="rect">
            <a:avLst/>
          </a:prstGeom>
        </p:spPr>
      </p:pic>
      <p:pic>
        <p:nvPicPr>
          <p:cNvPr id="3" name="図 2">
            <a:extLst>
              <a:ext uri="{FF2B5EF4-FFF2-40B4-BE49-F238E27FC236}">
                <a16:creationId xmlns:a16="http://schemas.microsoft.com/office/drawing/2014/main" id="{8F74D12C-30DC-0E71-4D41-8204860B7443}"/>
              </a:ext>
            </a:extLst>
          </p:cNvPr>
          <p:cNvPicPr>
            <a:picLocks noChangeAspect="1"/>
          </p:cNvPicPr>
          <p:nvPr userDrawn="1"/>
        </p:nvPicPr>
        <p:blipFill>
          <a:blip r:embed="rId3"/>
          <a:stretch>
            <a:fillRect/>
          </a:stretch>
        </p:blipFill>
        <p:spPr>
          <a:xfrm>
            <a:off x="576263" y="5839891"/>
            <a:ext cx="2400000" cy="487403"/>
          </a:xfrm>
          <a:prstGeom prst="rect">
            <a:avLst/>
          </a:prstGeom>
        </p:spPr>
      </p:pic>
      <p:sp>
        <p:nvSpPr>
          <p:cNvPr id="4" name="タイトル 7">
            <a:extLst>
              <a:ext uri="{FF2B5EF4-FFF2-40B4-BE49-F238E27FC236}">
                <a16:creationId xmlns:a16="http://schemas.microsoft.com/office/drawing/2014/main" id="{C189C689-1BDE-72A8-5184-CE979693158A}"/>
              </a:ext>
            </a:extLst>
          </p:cNvPr>
          <p:cNvSpPr>
            <a:spLocks noGrp="1"/>
          </p:cNvSpPr>
          <p:nvPr>
            <p:ph type="title" hasCustomPrompt="1"/>
          </p:nvPr>
        </p:nvSpPr>
        <p:spPr>
          <a:xfrm>
            <a:off x="480401" y="2293206"/>
            <a:ext cx="9535342" cy="1325563"/>
          </a:xfrm>
          <a:prstGeom prst="rect">
            <a:avLst/>
          </a:prstGeom>
        </p:spPr>
        <p:txBody>
          <a:bodyPr/>
          <a:lstStyle>
            <a:lvl1pPr>
              <a:lnSpc>
                <a:spcPct val="110000"/>
              </a:lnSpc>
              <a:defRPr sz="4000" b="1" i="0">
                <a:solidFill>
                  <a:srgbClr val="1C3177"/>
                </a:solidFill>
                <a:latin typeface="+mn-ea"/>
                <a:ea typeface="+mn-ea"/>
              </a:defRPr>
            </a:lvl1pPr>
          </a:lstStyle>
          <a:p>
            <a:r>
              <a:rPr kumimoji="1" lang="ja-JP" altLang="en-US"/>
              <a:t>タイトルタイトル</a:t>
            </a:r>
            <a:br>
              <a:rPr kumimoji="1" lang="en-US" altLang="ja-JP"/>
            </a:br>
            <a:r>
              <a:rPr lang="ja-JP" altLang="en-US"/>
              <a:t>游ゴシック</a:t>
            </a:r>
            <a:r>
              <a:rPr lang="en-US" altLang="ja-JP"/>
              <a:t>/Bold</a:t>
            </a:r>
            <a:endParaRPr kumimoji="1" lang="ja-JP" altLang="en-US"/>
          </a:p>
        </p:txBody>
      </p:sp>
      <p:sp>
        <p:nvSpPr>
          <p:cNvPr id="5" name="コンテンツ プレースホルダー 12">
            <a:extLst>
              <a:ext uri="{FF2B5EF4-FFF2-40B4-BE49-F238E27FC236}">
                <a16:creationId xmlns:a16="http://schemas.microsoft.com/office/drawing/2014/main" id="{99C777D7-5079-B2D4-A805-52BC2427F213}"/>
              </a:ext>
            </a:extLst>
          </p:cNvPr>
          <p:cNvSpPr>
            <a:spLocks noGrp="1"/>
          </p:cNvSpPr>
          <p:nvPr>
            <p:ph sz="quarter" idx="10" hasCustomPrompt="1"/>
          </p:nvPr>
        </p:nvSpPr>
        <p:spPr>
          <a:xfrm>
            <a:off x="480399" y="3924163"/>
            <a:ext cx="8032228" cy="731359"/>
          </a:xfrm>
          <a:prstGeom prst="rect">
            <a:avLst/>
          </a:prstGeom>
        </p:spPr>
        <p:txBody>
          <a:bodyPr anchor="ctr"/>
          <a:lstStyle>
            <a:lvl1pPr marL="0" indent="0">
              <a:lnSpc>
                <a:spcPct val="130000"/>
              </a:lnSpc>
              <a:spcBef>
                <a:spcPts val="0"/>
              </a:spcBef>
              <a:buNone/>
              <a:defRPr sz="1800" b="1" i="0">
                <a:solidFill>
                  <a:srgbClr val="1C3177"/>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氏名</a:t>
            </a:r>
            <a:r>
              <a:rPr kumimoji="1" lang="en-US" altLang="ja-JP"/>
              <a:t>     </a:t>
            </a:r>
          </a:p>
          <a:p>
            <a:pPr lvl="0"/>
            <a:r>
              <a:rPr kumimoji="1" lang="ja-JP" altLang="en-US"/>
              <a:t>游ゴシック</a:t>
            </a:r>
            <a:r>
              <a:rPr kumimoji="1" lang="en-US" altLang="ja-JP"/>
              <a:t>/Bold</a:t>
            </a:r>
            <a:endParaRPr kumimoji="1" lang="ja-JP" altLang="en-US"/>
          </a:p>
        </p:txBody>
      </p:sp>
      <p:sp>
        <p:nvSpPr>
          <p:cNvPr id="9" name="コンテンツ プレースホルダー 12">
            <a:extLst>
              <a:ext uri="{FF2B5EF4-FFF2-40B4-BE49-F238E27FC236}">
                <a16:creationId xmlns:a16="http://schemas.microsoft.com/office/drawing/2014/main" id="{CD517DDC-0F67-EAC6-D347-5253BB35F8B1}"/>
              </a:ext>
            </a:extLst>
          </p:cNvPr>
          <p:cNvSpPr>
            <a:spLocks noGrp="1"/>
          </p:cNvSpPr>
          <p:nvPr>
            <p:ph sz="quarter" idx="11" hasCustomPrompt="1"/>
          </p:nvPr>
        </p:nvSpPr>
        <p:spPr>
          <a:xfrm>
            <a:off x="480402" y="4701635"/>
            <a:ext cx="6181656" cy="731359"/>
          </a:xfrm>
          <a:prstGeom prst="rect">
            <a:avLst/>
          </a:prstGeom>
        </p:spPr>
        <p:txBody>
          <a:bodyPr anchor="ctr"/>
          <a:lstStyle>
            <a:lvl1pPr marL="0" indent="0">
              <a:lnSpc>
                <a:spcPct val="130000"/>
              </a:lnSpc>
              <a:spcBef>
                <a:spcPts val="0"/>
              </a:spcBef>
              <a:buNone/>
              <a:defRPr sz="16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役職・所属</a:t>
            </a:r>
            <a:r>
              <a:rPr kumimoji="1" lang="en-US" altLang="ja-JP"/>
              <a:t>        </a:t>
            </a:r>
          </a:p>
          <a:p>
            <a:pPr lvl="0"/>
            <a:r>
              <a:rPr kumimoji="1" lang="ja-JP" altLang="en-US"/>
              <a:t>游ゴシック</a:t>
            </a:r>
            <a:r>
              <a:rPr kumimoji="1" lang="en-US" altLang="ja-JP"/>
              <a:t>/Bold</a:t>
            </a:r>
            <a:r>
              <a:rPr kumimoji="1" lang="ja-JP" altLang="en-US"/>
              <a:t>　　　</a:t>
            </a:r>
          </a:p>
        </p:txBody>
      </p:sp>
      <p:sp>
        <p:nvSpPr>
          <p:cNvPr id="6" name="コンテンツ プレースホルダー 12">
            <a:extLst>
              <a:ext uri="{FF2B5EF4-FFF2-40B4-BE49-F238E27FC236}">
                <a16:creationId xmlns:a16="http://schemas.microsoft.com/office/drawing/2014/main" id="{437493F9-6402-7179-62B3-F93DBB80AC12}"/>
              </a:ext>
            </a:extLst>
          </p:cNvPr>
          <p:cNvSpPr>
            <a:spLocks noGrp="1"/>
          </p:cNvSpPr>
          <p:nvPr>
            <p:ph sz="quarter" idx="12" hasCustomPrompt="1"/>
          </p:nvPr>
        </p:nvSpPr>
        <p:spPr>
          <a:xfrm>
            <a:off x="6193977" y="6133056"/>
            <a:ext cx="5761568" cy="597511"/>
          </a:xfrm>
          <a:prstGeom prst="rect">
            <a:avLst/>
          </a:prstGeom>
        </p:spPr>
        <p:txBody>
          <a:bodyPr lIns="90000" anchor="ctr">
            <a:noAutofit/>
          </a:bodyPr>
          <a:lstStyle>
            <a:lvl1pPr marL="0" indent="0" algn="r">
              <a:lnSpc>
                <a:spcPct val="150000"/>
              </a:lnSpc>
              <a:spcBef>
                <a:spcPts val="0"/>
              </a:spcBef>
              <a:buNone/>
              <a:defRPr sz="1400" b="1" i="0">
                <a:solidFill>
                  <a:schemeClr val="bg1"/>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イベント名・日付</a:t>
            </a:r>
            <a:r>
              <a:rPr kumimoji="1" lang="en-US" altLang="ja-JP"/>
              <a:t> </a:t>
            </a:r>
            <a:r>
              <a:rPr kumimoji="1" lang="ja-JP" altLang="en-US"/>
              <a:t>　　</a:t>
            </a:r>
            <a:endParaRPr kumimoji="1" lang="en-US" altLang="ja-JP"/>
          </a:p>
          <a:p>
            <a:pPr lvl="0"/>
            <a:r>
              <a:rPr kumimoji="1" lang="ja-JP" altLang="en-US"/>
              <a:t>游ゴシック</a:t>
            </a:r>
            <a:r>
              <a:rPr kumimoji="1" lang="en-US" altLang="ja-JP"/>
              <a:t> /Bold</a:t>
            </a:r>
            <a:r>
              <a:rPr kumimoji="1" lang="ja-JP" altLang="en-US"/>
              <a:t>　　</a:t>
            </a:r>
          </a:p>
        </p:txBody>
      </p:sp>
    </p:spTree>
    <p:extLst>
      <p:ext uri="{BB962C8B-B14F-4D97-AF65-F5344CB8AC3E}">
        <p14:creationId xmlns:p14="http://schemas.microsoft.com/office/powerpoint/2010/main" val="195846219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中表紙スライド1">
    <p:bg>
      <p:bgPr>
        <a:solidFill>
          <a:srgbClr val="FFFFFF"/>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A764C0CE-FCED-56A8-6F0B-0E440EC00AF4}"/>
              </a:ext>
            </a:extLst>
          </p:cNvPr>
          <p:cNvPicPr>
            <a:picLocks noChangeAspect="1"/>
          </p:cNvPicPr>
          <p:nvPr userDrawn="1"/>
        </p:nvPicPr>
        <p:blipFill>
          <a:blip r:embed="rId2"/>
          <a:srcRect/>
          <a:stretch/>
        </p:blipFill>
        <p:spPr>
          <a:xfrm>
            <a:off x="0" y="0"/>
            <a:ext cx="12192000" cy="6858000"/>
          </a:xfrm>
          <a:prstGeom prst="rect">
            <a:avLst/>
          </a:prstGeom>
        </p:spPr>
      </p:pic>
      <p:pic>
        <p:nvPicPr>
          <p:cNvPr id="5" name="図 4">
            <a:extLst>
              <a:ext uri="{FF2B5EF4-FFF2-40B4-BE49-F238E27FC236}">
                <a16:creationId xmlns:a16="http://schemas.microsoft.com/office/drawing/2014/main" id="{2831E5C8-18EB-2484-7419-A7621BEDE708}"/>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7" name="タイトル 6">
            <a:extLst>
              <a:ext uri="{FF2B5EF4-FFF2-40B4-BE49-F238E27FC236}">
                <a16:creationId xmlns:a16="http://schemas.microsoft.com/office/drawing/2014/main" id="{6C1A774C-7DB2-663C-4623-5850406753D0}"/>
              </a:ext>
            </a:extLst>
          </p:cNvPr>
          <p:cNvSpPr>
            <a:spLocks noGrp="1"/>
          </p:cNvSpPr>
          <p:nvPr>
            <p:ph type="title" hasCustomPrompt="1"/>
          </p:nvPr>
        </p:nvSpPr>
        <p:spPr>
          <a:xfrm>
            <a:off x="454294" y="1196975"/>
            <a:ext cx="10927080" cy="589915"/>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3" name="スライド番号プレースホルダー 2">
            <a:extLst>
              <a:ext uri="{FF2B5EF4-FFF2-40B4-BE49-F238E27FC236}">
                <a16:creationId xmlns:a16="http://schemas.microsoft.com/office/drawing/2014/main" id="{BEF15FF9-0880-B2C3-B4BF-CF5692E1BBE1}"/>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28113895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_中表紙スライド2">
    <p:spTree>
      <p:nvGrpSpPr>
        <p:cNvPr id="1" name=""/>
        <p:cNvGrpSpPr/>
        <p:nvPr/>
      </p:nvGrpSpPr>
      <p:grpSpPr>
        <a:xfrm>
          <a:off x="0" y="0"/>
          <a:ext cx="0" cy="0"/>
          <a:chOff x="0" y="0"/>
          <a:chExt cx="0" cy="0"/>
        </a:xfrm>
      </p:grpSpPr>
      <p:pic>
        <p:nvPicPr>
          <p:cNvPr id="6" name="図 5" descr="図形, 背景パターン, 矢印&#10;&#10;自動的に生成された説明">
            <a:extLst>
              <a:ext uri="{FF2B5EF4-FFF2-40B4-BE49-F238E27FC236}">
                <a16:creationId xmlns:a16="http://schemas.microsoft.com/office/drawing/2014/main" id="{556B259B-B911-0CA1-C42F-FAA7E0FFD7B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図 6">
            <a:extLst>
              <a:ext uri="{FF2B5EF4-FFF2-40B4-BE49-F238E27FC236}">
                <a16:creationId xmlns:a16="http://schemas.microsoft.com/office/drawing/2014/main" id="{64AE62DC-41F4-6B39-3960-021C4F9297C0}"/>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2" name="タイトル 6">
            <a:extLst>
              <a:ext uri="{FF2B5EF4-FFF2-40B4-BE49-F238E27FC236}">
                <a16:creationId xmlns:a16="http://schemas.microsoft.com/office/drawing/2014/main" id="{3AAF5D27-76AF-9EF9-9D52-219FCF8F0E53}"/>
              </a:ext>
            </a:extLst>
          </p:cNvPr>
          <p:cNvSpPr>
            <a:spLocks noGrp="1"/>
          </p:cNvSpPr>
          <p:nvPr>
            <p:ph type="title" hasCustomPrompt="1"/>
          </p:nvPr>
        </p:nvSpPr>
        <p:spPr>
          <a:xfrm>
            <a:off x="454296" y="1196975"/>
            <a:ext cx="10927080" cy="589915"/>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4" name="スライド番号プレースホルダー 3">
            <a:extLst>
              <a:ext uri="{FF2B5EF4-FFF2-40B4-BE49-F238E27FC236}">
                <a16:creationId xmlns:a16="http://schemas.microsoft.com/office/drawing/2014/main" id="{926C43C7-AE2D-52F4-39C3-82789D69CC96}"/>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3493254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タイトルスライド">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CFCD422C-2C8C-FA55-B96B-97B10DC1CC4B}"/>
              </a:ext>
            </a:extLst>
          </p:cNvPr>
          <p:cNvPicPr>
            <a:picLocks noChangeAspect="1"/>
          </p:cNvPicPr>
          <p:nvPr userDrawn="1"/>
        </p:nvPicPr>
        <p:blipFill rotWithShape="1">
          <a:blip r:embed="rId2"/>
          <a:srcRect r="2321"/>
          <a:stretch/>
        </p:blipFill>
        <p:spPr>
          <a:xfrm>
            <a:off x="283036" y="0"/>
            <a:ext cx="11908964" cy="6858000"/>
          </a:xfrm>
          <a:prstGeom prst="rect">
            <a:avLst/>
          </a:prstGeom>
        </p:spPr>
      </p:pic>
      <p:pic>
        <p:nvPicPr>
          <p:cNvPr id="5" name="図 4">
            <a:extLst>
              <a:ext uri="{FF2B5EF4-FFF2-40B4-BE49-F238E27FC236}">
                <a16:creationId xmlns:a16="http://schemas.microsoft.com/office/drawing/2014/main" id="{F66388A7-6010-5A0E-3B23-6394FC6EC478}"/>
              </a:ext>
            </a:extLst>
          </p:cNvPr>
          <p:cNvPicPr>
            <a:picLocks noChangeAspect="1"/>
          </p:cNvPicPr>
          <p:nvPr userDrawn="1"/>
        </p:nvPicPr>
        <p:blipFill>
          <a:blip r:embed="rId3"/>
          <a:stretch>
            <a:fillRect/>
          </a:stretch>
        </p:blipFill>
        <p:spPr>
          <a:xfrm>
            <a:off x="576263" y="5491831"/>
            <a:ext cx="2400000" cy="487403"/>
          </a:xfrm>
          <a:prstGeom prst="rect">
            <a:avLst/>
          </a:prstGeom>
        </p:spPr>
      </p:pic>
      <p:sp>
        <p:nvSpPr>
          <p:cNvPr id="11" name="コンテンツ プレースホルダー 12">
            <a:extLst>
              <a:ext uri="{FF2B5EF4-FFF2-40B4-BE49-F238E27FC236}">
                <a16:creationId xmlns:a16="http://schemas.microsoft.com/office/drawing/2014/main" id="{E889DD8F-8662-F86E-7D9D-2EBC4946B22C}"/>
              </a:ext>
            </a:extLst>
          </p:cNvPr>
          <p:cNvSpPr>
            <a:spLocks noGrp="1"/>
          </p:cNvSpPr>
          <p:nvPr>
            <p:ph sz="quarter" idx="11" hasCustomPrompt="1"/>
          </p:nvPr>
        </p:nvSpPr>
        <p:spPr>
          <a:xfrm>
            <a:off x="487531" y="2022017"/>
            <a:ext cx="7317526" cy="653422"/>
          </a:xfrm>
          <a:prstGeom prst="rect">
            <a:avLst/>
          </a:prstGeom>
        </p:spPr>
        <p:txBody>
          <a:bodyPr anchor="ctr"/>
          <a:lstStyle>
            <a:lvl1pPr marL="0" indent="0">
              <a:lnSpc>
                <a:spcPct val="130000"/>
              </a:lnSpc>
              <a:spcBef>
                <a:spcPts val="0"/>
              </a:spcBef>
              <a:buNone/>
              <a:defRPr sz="1800" b="1" i="0">
                <a:solidFill>
                  <a:srgbClr val="1C3177"/>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氏名</a:t>
            </a:r>
            <a:r>
              <a:rPr kumimoji="1" lang="en-US" altLang="ja-JP"/>
              <a:t>       </a:t>
            </a:r>
          </a:p>
          <a:p>
            <a:pPr lvl="0"/>
            <a:r>
              <a:rPr kumimoji="1" lang="ja-JP" altLang="en-US"/>
              <a:t>游ゴシック</a:t>
            </a:r>
            <a:r>
              <a:rPr kumimoji="1" lang="en-US" altLang="ja-JP"/>
              <a:t>/Bold</a:t>
            </a:r>
            <a:endParaRPr kumimoji="1" lang="ja-JP" altLang="en-US"/>
          </a:p>
        </p:txBody>
      </p:sp>
      <p:sp>
        <p:nvSpPr>
          <p:cNvPr id="2" name="タイトル 1">
            <a:extLst>
              <a:ext uri="{FF2B5EF4-FFF2-40B4-BE49-F238E27FC236}">
                <a16:creationId xmlns:a16="http://schemas.microsoft.com/office/drawing/2014/main" id="{B1D6FE57-69DC-8236-A030-07B36F0CCC2D}"/>
              </a:ext>
            </a:extLst>
          </p:cNvPr>
          <p:cNvSpPr>
            <a:spLocks noGrp="1"/>
          </p:cNvSpPr>
          <p:nvPr>
            <p:ph type="title" hasCustomPrompt="1"/>
          </p:nvPr>
        </p:nvSpPr>
        <p:spPr>
          <a:xfrm>
            <a:off x="468133" y="265791"/>
            <a:ext cx="8337200" cy="1396497"/>
          </a:xfrm>
          <a:prstGeom prst="rect">
            <a:avLst/>
          </a:prstGeom>
        </p:spPr>
        <p:txBody>
          <a:bodyPr/>
          <a:lstStyle>
            <a:lvl1pPr>
              <a:lnSpc>
                <a:spcPct val="110000"/>
              </a:lnSpc>
              <a:defRPr sz="4000" b="1">
                <a:solidFill>
                  <a:schemeClr val="tx2"/>
                </a:solidFill>
                <a:latin typeface="+mn-ea"/>
                <a:ea typeface="+mn-ea"/>
              </a:defRPr>
            </a:lvl1pPr>
          </a:lstStyle>
          <a:p>
            <a:r>
              <a:rPr kumimoji="1" lang="ja-JP" altLang="en-US"/>
              <a:t>タイトルタイトル</a:t>
            </a:r>
            <a:br>
              <a:rPr kumimoji="1" lang="en-US" altLang="ja-JP"/>
            </a:br>
            <a:r>
              <a:rPr kumimoji="1" lang="ja-JP" altLang="en-US"/>
              <a:t>游ゴシック</a:t>
            </a:r>
            <a:r>
              <a:rPr kumimoji="1" lang="en-US" altLang="ja-JP"/>
              <a:t>/Bold</a:t>
            </a:r>
            <a:endParaRPr kumimoji="1" lang="ja-JP" altLang="en-US"/>
          </a:p>
        </p:txBody>
      </p:sp>
      <p:sp>
        <p:nvSpPr>
          <p:cNvPr id="3" name="コンテンツ プレースホルダー 12">
            <a:extLst>
              <a:ext uri="{FF2B5EF4-FFF2-40B4-BE49-F238E27FC236}">
                <a16:creationId xmlns:a16="http://schemas.microsoft.com/office/drawing/2014/main" id="{2A8EBC5D-D2E1-1C20-DCE7-A64CD225CA2C}"/>
              </a:ext>
            </a:extLst>
          </p:cNvPr>
          <p:cNvSpPr>
            <a:spLocks noGrp="1"/>
          </p:cNvSpPr>
          <p:nvPr>
            <p:ph sz="quarter" idx="12" hasCustomPrompt="1"/>
          </p:nvPr>
        </p:nvSpPr>
        <p:spPr>
          <a:xfrm>
            <a:off x="487531" y="2871021"/>
            <a:ext cx="4816307" cy="932527"/>
          </a:xfrm>
          <a:prstGeom prst="rect">
            <a:avLst/>
          </a:prstGeom>
        </p:spPr>
        <p:txBody>
          <a:bodyPr anchor="ctr"/>
          <a:lstStyle>
            <a:lvl1pPr marL="0" indent="0">
              <a:lnSpc>
                <a:spcPct val="130000"/>
              </a:lnSpc>
              <a:spcBef>
                <a:spcPts val="0"/>
              </a:spcBef>
              <a:buNone/>
              <a:defRPr sz="16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役職</a:t>
            </a:r>
            <a:endParaRPr kumimoji="1" lang="en-US" altLang="ja-JP"/>
          </a:p>
          <a:p>
            <a:pPr lvl="0"/>
            <a:r>
              <a:rPr kumimoji="1" lang="ja-JP" altLang="en-US"/>
              <a:t>所属</a:t>
            </a:r>
            <a:r>
              <a:rPr kumimoji="1" lang="en-US" altLang="ja-JP"/>
              <a:t>         </a:t>
            </a:r>
          </a:p>
          <a:p>
            <a:pPr lvl="0"/>
            <a:r>
              <a:rPr kumimoji="1" lang="ja-JP" altLang="en-US"/>
              <a:t>游ゴシック</a:t>
            </a:r>
            <a:r>
              <a:rPr kumimoji="1" lang="en-US" altLang="ja-JP"/>
              <a:t>/Bold</a:t>
            </a:r>
          </a:p>
        </p:txBody>
      </p:sp>
      <p:sp>
        <p:nvSpPr>
          <p:cNvPr id="6" name="コンテンツ プレースホルダー 12">
            <a:extLst>
              <a:ext uri="{FF2B5EF4-FFF2-40B4-BE49-F238E27FC236}">
                <a16:creationId xmlns:a16="http://schemas.microsoft.com/office/drawing/2014/main" id="{D69F5F0E-B33F-A6C1-A24C-00513592DBCB}"/>
              </a:ext>
            </a:extLst>
          </p:cNvPr>
          <p:cNvSpPr>
            <a:spLocks noGrp="1"/>
          </p:cNvSpPr>
          <p:nvPr>
            <p:ph sz="quarter" idx="13" hasCustomPrompt="1"/>
          </p:nvPr>
        </p:nvSpPr>
        <p:spPr>
          <a:xfrm>
            <a:off x="8805333" y="261448"/>
            <a:ext cx="2910716" cy="617471"/>
          </a:xfrm>
          <a:prstGeom prst="rect">
            <a:avLst/>
          </a:prstGeom>
        </p:spPr>
        <p:txBody>
          <a:bodyPr lIns="90000" anchor="ctr">
            <a:noAutofit/>
          </a:bodyPr>
          <a:lstStyle>
            <a:lvl1pPr marL="0" indent="0" algn="r">
              <a:lnSpc>
                <a:spcPct val="150000"/>
              </a:lnSpc>
              <a:spcBef>
                <a:spcPts val="0"/>
              </a:spcBef>
              <a:buNone/>
              <a:defRPr sz="14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イベント名・日付</a:t>
            </a:r>
            <a:r>
              <a:rPr kumimoji="1" lang="en-US" altLang="ja-JP"/>
              <a:t> </a:t>
            </a:r>
            <a:r>
              <a:rPr kumimoji="1" lang="ja-JP" altLang="en-US"/>
              <a:t>　　</a:t>
            </a:r>
            <a:endParaRPr kumimoji="1" lang="en-US" altLang="ja-JP"/>
          </a:p>
          <a:p>
            <a:pPr lvl="0"/>
            <a:r>
              <a:rPr kumimoji="1" lang="ja-JP" altLang="en-US"/>
              <a:t>游ゴシック</a:t>
            </a:r>
            <a:r>
              <a:rPr kumimoji="1" lang="en-US" altLang="ja-JP"/>
              <a:t> /Bold</a:t>
            </a:r>
            <a:r>
              <a:rPr kumimoji="1" lang="ja-JP" altLang="en-US"/>
              <a:t>　</a:t>
            </a:r>
          </a:p>
        </p:txBody>
      </p:sp>
    </p:spTree>
    <p:extLst>
      <p:ext uri="{BB962C8B-B14F-4D97-AF65-F5344CB8AC3E}">
        <p14:creationId xmlns:p14="http://schemas.microsoft.com/office/powerpoint/2010/main" val="1533399195"/>
      </p:ext>
    </p:extLst>
  </p:cSld>
  <p:clrMapOvr>
    <a:masterClrMapping/>
  </p:clrMapOvr>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中表紙スライド1">
    <p:bg>
      <p:bgPr>
        <a:solidFill>
          <a:srgbClr val="FFFFFF"/>
        </a:solidFill>
        <a:effectLst/>
      </p:bgPr>
    </p:bg>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B09E5F40-522C-6EC0-7328-7F52FDF9E064}"/>
              </a:ext>
            </a:extLst>
          </p:cNvPr>
          <p:cNvPicPr>
            <a:picLocks noChangeAspect="1"/>
          </p:cNvPicPr>
          <p:nvPr userDrawn="1"/>
        </p:nvPicPr>
        <p:blipFill rotWithShape="1">
          <a:blip r:embed="rId2"/>
          <a:srcRect r="4795"/>
          <a:stretch/>
        </p:blipFill>
        <p:spPr>
          <a:xfrm>
            <a:off x="584610" y="0"/>
            <a:ext cx="11607390" cy="6858000"/>
          </a:xfrm>
          <a:prstGeom prst="rect">
            <a:avLst/>
          </a:prstGeom>
        </p:spPr>
      </p:pic>
      <p:pic>
        <p:nvPicPr>
          <p:cNvPr id="5" name="図 4">
            <a:extLst>
              <a:ext uri="{FF2B5EF4-FFF2-40B4-BE49-F238E27FC236}">
                <a16:creationId xmlns:a16="http://schemas.microsoft.com/office/drawing/2014/main" id="{2831E5C8-18EB-2484-7419-A7621BEDE708}"/>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4" name="タイトル 6">
            <a:extLst>
              <a:ext uri="{FF2B5EF4-FFF2-40B4-BE49-F238E27FC236}">
                <a16:creationId xmlns:a16="http://schemas.microsoft.com/office/drawing/2014/main" id="{E6C33D6D-9C84-D9CF-C2DA-008D7EF00E7D}"/>
              </a:ext>
            </a:extLst>
          </p:cNvPr>
          <p:cNvSpPr>
            <a:spLocks noGrp="1"/>
          </p:cNvSpPr>
          <p:nvPr>
            <p:ph type="title" hasCustomPrompt="1"/>
          </p:nvPr>
        </p:nvSpPr>
        <p:spPr>
          <a:xfrm>
            <a:off x="486952" y="4404047"/>
            <a:ext cx="5609048" cy="1577028"/>
          </a:xfrm>
          <a:prstGeom prst="rect">
            <a:avLst/>
          </a:prstGeom>
        </p:spPr>
        <p:txBody>
          <a:bodyPr/>
          <a:lstStyle>
            <a:lvl1pPr>
              <a:defRPr sz="3600" b="1" i="0">
                <a:solidFill>
                  <a:schemeClr val="tx2"/>
                </a:solidFill>
                <a:latin typeface="+mn-ea"/>
                <a:ea typeface="+mn-ea"/>
              </a:defRPr>
            </a:lvl1pPr>
          </a:lstStyle>
          <a:p>
            <a:r>
              <a:rPr kumimoji="1" lang="ja-JP" altLang="en-US"/>
              <a:t>タイトル</a:t>
            </a:r>
            <a:br>
              <a:rPr kumimoji="1" lang="en-US" altLang="ja-JP"/>
            </a:br>
            <a:r>
              <a:rPr kumimoji="1" lang="ja-JP" altLang="en-US"/>
              <a:t>タイトル</a:t>
            </a:r>
            <a:br>
              <a:rPr kumimoji="1" lang="en-US" altLang="ja-JP"/>
            </a:br>
            <a:r>
              <a:rPr kumimoji="1" lang="ja-JP" altLang="en-US"/>
              <a:t>游ゴシック</a:t>
            </a:r>
            <a:r>
              <a:rPr kumimoji="1" lang="en-US" altLang="ja-JP"/>
              <a:t>/Bold</a:t>
            </a:r>
            <a:endParaRPr kumimoji="1" lang="ja-JP" altLang="en-US"/>
          </a:p>
        </p:txBody>
      </p:sp>
      <p:sp>
        <p:nvSpPr>
          <p:cNvPr id="2" name="スライド番号プレースホルダー 1">
            <a:extLst>
              <a:ext uri="{FF2B5EF4-FFF2-40B4-BE49-F238E27FC236}">
                <a16:creationId xmlns:a16="http://schemas.microsoft.com/office/drawing/2014/main" id="{57DDFCDE-6AC7-26AD-1E99-E35A31393F97}"/>
              </a:ext>
            </a:extLst>
          </p:cNvPr>
          <p:cNvSpPr>
            <a:spLocks noGrp="1"/>
          </p:cNvSpPr>
          <p:nvPr>
            <p:ph type="sldNum" sz="quarter" idx="10"/>
          </p:nvPr>
        </p:nvSpPr>
        <p:spPr/>
        <p:txBody>
          <a:bodyPr/>
          <a:lstStyle>
            <a:lvl1pPr>
              <a:defRPr>
                <a:solidFill>
                  <a:schemeClr val="bg1"/>
                </a:solidFill>
              </a:defRPr>
            </a:lvl1p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50021206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中表紙スライド2">
    <p:spTree>
      <p:nvGrpSpPr>
        <p:cNvPr id="1" name=""/>
        <p:cNvGrpSpPr/>
        <p:nvPr/>
      </p:nvGrpSpPr>
      <p:grpSpPr>
        <a:xfrm>
          <a:off x="0" y="0"/>
          <a:ext cx="0" cy="0"/>
          <a:chOff x="0" y="0"/>
          <a:chExt cx="0" cy="0"/>
        </a:xfrm>
      </p:grpSpPr>
      <p:pic>
        <p:nvPicPr>
          <p:cNvPr id="6" name="図 5" descr="背景パターン&#10;&#10;自動的に生成された説明">
            <a:extLst>
              <a:ext uri="{FF2B5EF4-FFF2-40B4-BE49-F238E27FC236}">
                <a16:creationId xmlns:a16="http://schemas.microsoft.com/office/drawing/2014/main" id="{3552089B-BE10-A6B4-0520-088629B63AF6}"/>
              </a:ext>
            </a:extLst>
          </p:cNvPr>
          <p:cNvPicPr>
            <a:picLocks noChangeAspect="1"/>
          </p:cNvPicPr>
          <p:nvPr userDrawn="1"/>
        </p:nvPicPr>
        <p:blipFill rotWithShape="1">
          <a:blip r:embed="rId2"/>
          <a:srcRect r="4795"/>
          <a:stretch/>
        </p:blipFill>
        <p:spPr>
          <a:xfrm>
            <a:off x="584613" y="0"/>
            <a:ext cx="11607387" cy="6858000"/>
          </a:xfrm>
          <a:prstGeom prst="rect">
            <a:avLst/>
          </a:prstGeom>
        </p:spPr>
      </p:pic>
      <p:pic>
        <p:nvPicPr>
          <p:cNvPr id="7" name="図 6">
            <a:extLst>
              <a:ext uri="{FF2B5EF4-FFF2-40B4-BE49-F238E27FC236}">
                <a16:creationId xmlns:a16="http://schemas.microsoft.com/office/drawing/2014/main" id="{64AE62DC-41F4-6B39-3960-021C4F9297C0}"/>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2" name="スライド番号プレースホルダー 1">
            <a:extLst>
              <a:ext uri="{FF2B5EF4-FFF2-40B4-BE49-F238E27FC236}">
                <a16:creationId xmlns:a16="http://schemas.microsoft.com/office/drawing/2014/main" id="{1B6F4E6A-6447-6E0D-0158-4A77C5531E06}"/>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
        <p:nvSpPr>
          <p:cNvPr id="3" name="タイトル 6">
            <a:extLst>
              <a:ext uri="{FF2B5EF4-FFF2-40B4-BE49-F238E27FC236}">
                <a16:creationId xmlns:a16="http://schemas.microsoft.com/office/drawing/2014/main" id="{55C1AE9A-A0E5-2B15-C809-16C60A5E7E74}"/>
              </a:ext>
            </a:extLst>
          </p:cNvPr>
          <p:cNvSpPr>
            <a:spLocks noGrp="1"/>
          </p:cNvSpPr>
          <p:nvPr>
            <p:ph type="title" hasCustomPrompt="1"/>
          </p:nvPr>
        </p:nvSpPr>
        <p:spPr>
          <a:xfrm>
            <a:off x="486952" y="4404050"/>
            <a:ext cx="5609048" cy="1577028"/>
          </a:xfrm>
          <a:prstGeom prst="rect">
            <a:avLst/>
          </a:prstGeom>
        </p:spPr>
        <p:txBody>
          <a:bodyPr/>
          <a:lstStyle>
            <a:lvl1pPr>
              <a:defRPr sz="3600" b="1" i="0">
                <a:solidFill>
                  <a:schemeClr val="tx2"/>
                </a:solidFill>
                <a:latin typeface="+mn-ea"/>
                <a:ea typeface="+mn-ea"/>
              </a:defRPr>
            </a:lvl1pPr>
          </a:lstStyle>
          <a:p>
            <a:r>
              <a:rPr kumimoji="1" lang="ja-JP" altLang="en-US"/>
              <a:t>タイトル</a:t>
            </a:r>
            <a:br>
              <a:rPr kumimoji="1" lang="en-US" altLang="ja-JP"/>
            </a:br>
            <a:r>
              <a:rPr kumimoji="1" lang="ja-JP" altLang="en-US"/>
              <a:t>タイトル</a:t>
            </a:r>
            <a:br>
              <a:rPr kumimoji="1" lang="en-US" altLang="ja-JP"/>
            </a:br>
            <a:r>
              <a:rPr kumimoji="1" lang="ja-JP" altLang="en-US"/>
              <a:t>游ゴシック</a:t>
            </a:r>
            <a:r>
              <a:rPr kumimoji="1" lang="en-US" altLang="ja-JP"/>
              <a:t>/Bold</a:t>
            </a:r>
            <a:endParaRPr kumimoji="1" lang="ja-JP" altLang="en-US"/>
          </a:p>
        </p:txBody>
      </p:sp>
    </p:spTree>
    <p:extLst>
      <p:ext uri="{BB962C8B-B14F-4D97-AF65-F5344CB8AC3E}">
        <p14:creationId xmlns:p14="http://schemas.microsoft.com/office/powerpoint/2010/main" val="1971637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タイトルスライド">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707384A5-816F-4B1C-723C-1CCF10DD75D7}"/>
              </a:ext>
            </a:extLst>
          </p:cNvPr>
          <p:cNvPicPr>
            <a:picLocks noChangeAspect="1"/>
          </p:cNvPicPr>
          <p:nvPr userDrawn="1"/>
        </p:nvPicPr>
        <p:blipFill>
          <a:blip r:embed="rId2"/>
          <a:srcRect/>
          <a:stretch/>
        </p:blipFill>
        <p:spPr>
          <a:xfrm>
            <a:off x="0" y="0"/>
            <a:ext cx="12192000" cy="6858000"/>
          </a:xfrm>
          <a:prstGeom prst="rect">
            <a:avLst/>
          </a:prstGeom>
        </p:spPr>
      </p:pic>
      <p:pic>
        <p:nvPicPr>
          <p:cNvPr id="5" name="図 4">
            <a:extLst>
              <a:ext uri="{FF2B5EF4-FFF2-40B4-BE49-F238E27FC236}">
                <a16:creationId xmlns:a16="http://schemas.microsoft.com/office/drawing/2014/main" id="{4087F9BA-766B-8200-DC42-2D03F5DD8196}"/>
              </a:ext>
            </a:extLst>
          </p:cNvPr>
          <p:cNvPicPr>
            <a:picLocks noChangeAspect="1"/>
          </p:cNvPicPr>
          <p:nvPr userDrawn="1"/>
        </p:nvPicPr>
        <p:blipFill>
          <a:blip r:embed="rId3"/>
          <a:stretch>
            <a:fillRect/>
          </a:stretch>
        </p:blipFill>
        <p:spPr>
          <a:xfrm>
            <a:off x="9457038" y="836369"/>
            <a:ext cx="2400000" cy="487403"/>
          </a:xfrm>
          <a:prstGeom prst="rect">
            <a:avLst/>
          </a:prstGeom>
        </p:spPr>
      </p:pic>
      <p:sp>
        <p:nvSpPr>
          <p:cNvPr id="6" name="タイトル 7">
            <a:extLst>
              <a:ext uri="{FF2B5EF4-FFF2-40B4-BE49-F238E27FC236}">
                <a16:creationId xmlns:a16="http://schemas.microsoft.com/office/drawing/2014/main" id="{B0E283A0-90F6-1D77-C0DD-892F47D1C478}"/>
              </a:ext>
            </a:extLst>
          </p:cNvPr>
          <p:cNvSpPr>
            <a:spLocks noGrp="1"/>
          </p:cNvSpPr>
          <p:nvPr>
            <p:ph type="title" hasCustomPrompt="1"/>
          </p:nvPr>
        </p:nvSpPr>
        <p:spPr>
          <a:xfrm>
            <a:off x="483118" y="3682279"/>
            <a:ext cx="10488876" cy="1325563"/>
          </a:xfrm>
          <a:prstGeom prst="rect">
            <a:avLst/>
          </a:prstGeom>
        </p:spPr>
        <p:txBody>
          <a:bodyPr/>
          <a:lstStyle>
            <a:lvl1pPr>
              <a:lnSpc>
                <a:spcPct val="110000"/>
              </a:lnSpc>
              <a:defRPr sz="4000" b="1" i="0">
                <a:solidFill>
                  <a:srgbClr val="1C3177"/>
                </a:solidFill>
                <a:latin typeface="+mn-ea"/>
                <a:ea typeface="+mn-ea"/>
              </a:defRPr>
            </a:lvl1pPr>
          </a:lstStyle>
          <a:p>
            <a:r>
              <a:rPr kumimoji="1" lang="ja-JP" altLang="en-US"/>
              <a:t>タイトルタイトル</a:t>
            </a:r>
            <a:br>
              <a:rPr kumimoji="1" lang="en-US" altLang="ja-JP"/>
            </a:br>
            <a:r>
              <a:rPr kumimoji="1" lang="ja-JP" altLang="en-US"/>
              <a:t>游ゴシック</a:t>
            </a:r>
            <a:r>
              <a:rPr kumimoji="1" lang="en-US" altLang="ja-JP"/>
              <a:t>/Bold</a:t>
            </a:r>
            <a:endParaRPr kumimoji="1" lang="ja-JP" altLang="en-US"/>
          </a:p>
        </p:txBody>
      </p:sp>
      <p:sp>
        <p:nvSpPr>
          <p:cNvPr id="7" name="コンテンツ プレースホルダー 12">
            <a:extLst>
              <a:ext uri="{FF2B5EF4-FFF2-40B4-BE49-F238E27FC236}">
                <a16:creationId xmlns:a16="http://schemas.microsoft.com/office/drawing/2014/main" id="{705224EE-311E-7AAA-7C7B-93AE5CF2EF36}"/>
              </a:ext>
            </a:extLst>
          </p:cNvPr>
          <p:cNvSpPr>
            <a:spLocks noGrp="1"/>
          </p:cNvSpPr>
          <p:nvPr>
            <p:ph sz="quarter" idx="10" hasCustomPrompt="1"/>
          </p:nvPr>
        </p:nvSpPr>
        <p:spPr>
          <a:xfrm>
            <a:off x="482151" y="5218706"/>
            <a:ext cx="8487678" cy="686792"/>
          </a:xfrm>
          <a:prstGeom prst="rect">
            <a:avLst/>
          </a:prstGeom>
        </p:spPr>
        <p:txBody>
          <a:bodyPr anchor="ctr"/>
          <a:lstStyle>
            <a:lvl1pPr marL="0" indent="0">
              <a:lnSpc>
                <a:spcPct val="130000"/>
              </a:lnSpc>
              <a:spcBef>
                <a:spcPts val="0"/>
              </a:spcBef>
              <a:buNone/>
              <a:defRPr sz="1800" b="1" i="0">
                <a:solidFill>
                  <a:srgbClr val="1C3177"/>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名前</a:t>
            </a:r>
            <a:r>
              <a:rPr kumimoji="1" lang="en-US" altLang="ja-JP"/>
              <a:t>        </a:t>
            </a:r>
          </a:p>
          <a:p>
            <a:pPr lvl="0"/>
            <a:r>
              <a:rPr kumimoji="1" lang="ja-JP" altLang="en-US"/>
              <a:t>游ゴシック</a:t>
            </a:r>
            <a:r>
              <a:rPr kumimoji="1" lang="en-US" altLang="ja-JP"/>
              <a:t>/Bold</a:t>
            </a:r>
            <a:endParaRPr kumimoji="1" lang="ja-JP" altLang="en-US"/>
          </a:p>
        </p:txBody>
      </p:sp>
      <p:sp>
        <p:nvSpPr>
          <p:cNvPr id="2" name="コンテンツ プレースホルダー 12">
            <a:extLst>
              <a:ext uri="{FF2B5EF4-FFF2-40B4-BE49-F238E27FC236}">
                <a16:creationId xmlns:a16="http://schemas.microsoft.com/office/drawing/2014/main" id="{15C8D278-230A-DD61-6E93-44412F5CC2F7}"/>
              </a:ext>
            </a:extLst>
          </p:cNvPr>
          <p:cNvSpPr>
            <a:spLocks noGrp="1"/>
          </p:cNvSpPr>
          <p:nvPr>
            <p:ph sz="quarter" idx="11" hasCustomPrompt="1"/>
          </p:nvPr>
        </p:nvSpPr>
        <p:spPr>
          <a:xfrm>
            <a:off x="482151" y="5998028"/>
            <a:ext cx="8487678" cy="567957"/>
          </a:xfrm>
          <a:prstGeom prst="rect">
            <a:avLst/>
          </a:prstGeom>
        </p:spPr>
        <p:txBody>
          <a:bodyPr anchor="ctr"/>
          <a:lstStyle>
            <a:lvl1pPr marL="0" indent="0">
              <a:lnSpc>
                <a:spcPct val="130000"/>
              </a:lnSpc>
              <a:spcBef>
                <a:spcPts val="0"/>
              </a:spcBef>
              <a:buNone/>
              <a:defRPr sz="16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役職・所属</a:t>
            </a:r>
            <a:r>
              <a:rPr kumimoji="1" lang="en-US" altLang="ja-JP"/>
              <a:t>          </a:t>
            </a:r>
          </a:p>
          <a:p>
            <a:pPr lvl="0"/>
            <a:r>
              <a:rPr kumimoji="1" lang="ja-JP" altLang="en-US"/>
              <a:t>游ゴシック</a:t>
            </a:r>
            <a:r>
              <a:rPr kumimoji="1" lang="en-US" altLang="ja-JP"/>
              <a:t>/Bold</a:t>
            </a:r>
          </a:p>
        </p:txBody>
      </p:sp>
      <p:sp>
        <p:nvSpPr>
          <p:cNvPr id="3" name="コンテンツ プレースホルダー 12">
            <a:extLst>
              <a:ext uri="{FF2B5EF4-FFF2-40B4-BE49-F238E27FC236}">
                <a16:creationId xmlns:a16="http://schemas.microsoft.com/office/drawing/2014/main" id="{A1ED2FF8-9462-1D57-B7AA-32BCEA1BC89C}"/>
              </a:ext>
            </a:extLst>
          </p:cNvPr>
          <p:cNvSpPr>
            <a:spLocks noGrp="1"/>
          </p:cNvSpPr>
          <p:nvPr>
            <p:ph sz="quarter" idx="13" hasCustomPrompt="1"/>
          </p:nvPr>
        </p:nvSpPr>
        <p:spPr>
          <a:xfrm>
            <a:off x="7434942" y="1475590"/>
            <a:ext cx="4509711" cy="356531"/>
          </a:xfrm>
          <a:prstGeom prst="rect">
            <a:avLst/>
          </a:prstGeom>
        </p:spPr>
        <p:txBody>
          <a:bodyPr lIns="90000" anchor="ctr">
            <a:noAutofit/>
          </a:bodyPr>
          <a:lstStyle>
            <a:lvl1pPr marL="0" indent="0" algn="r">
              <a:lnSpc>
                <a:spcPct val="150000"/>
              </a:lnSpc>
              <a:spcBef>
                <a:spcPts val="0"/>
              </a:spcBef>
              <a:buNone/>
              <a:defRPr sz="14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イベント名・日付</a:t>
            </a:r>
            <a:r>
              <a:rPr kumimoji="1" lang="en-US" altLang="ja-JP"/>
              <a:t> </a:t>
            </a:r>
            <a:r>
              <a:rPr kumimoji="1" lang="ja-JP" altLang="en-US"/>
              <a:t>　　　游ゴシック</a:t>
            </a:r>
            <a:r>
              <a:rPr kumimoji="1" lang="en-US" altLang="ja-JP"/>
              <a:t> /Bold</a:t>
            </a:r>
            <a:r>
              <a:rPr kumimoji="1" lang="ja-JP" altLang="en-US"/>
              <a:t>　　</a:t>
            </a:r>
          </a:p>
        </p:txBody>
      </p:sp>
    </p:spTree>
    <p:extLst>
      <p:ext uri="{BB962C8B-B14F-4D97-AF65-F5344CB8AC3E}">
        <p14:creationId xmlns:p14="http://schemas.microsoft.com/office/powerpoint/2010/main" val="1925284591"/>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中表紙スライド1">
    <p:bg>
      <p:bgPr>
        <a:solidFill>
          <a:srgbClr val="FFFFFF"/>
        </a:solidFill>
        <a:effectLst/>
      </p:bgPr>
    </p:bg>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DC0F47B4-DF50-5051-5B14-DE4EEDCD9187}"/>
              </a:ext>
            </a:extLst>
          </p:cNvPr>
          <p:cNvPicPr>
            <a:picLocks noChangeAspect="1"/>
          </p:cNvPicPr>
          <p:nvPr userDrawn="1"/>
        </p:nvPicPr>
        <p:blipFill>
          <a:blip r:embed="rId2"/>
          <a:srcRect/>
          <a:stretch/>
        </p:blipFill>
        <p:spPr>
          <a:xfrm>
            <a:off x="0" y="0"/>
            <a:ext cx="12192000" cy="6858000"/>
          </a:xfrm>
          <a:prstGeom prst="rect">
            <a:avLst/>
          </a:prstGeom>
        </p:spPr>
      </p:pic>
      <p:pic>
        <p:nvPicPr>
          <p:cNvPr id="5" name="図 4">
            <a:extLst>
              <a:ext uri="{FF2B5EF4-FFF2-40B4-BE49-F238E27FC236}">
                <a16:creationId xmlns:a16="http://schemas.microsoft.com/office/drawing/2014/main" id="{2831E5C8-18EB-2484-7419-A7621BEDE708}"/>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4" name="タイトル 6">
            <a:extLst>
              <a:ext uri="{FF2B5EF4-FFF2-40B4-BE49-F238E27FC236}">
                <a16:creationId xmlns:a16="http://schemas.microsoft.com/office/drawing/2014/main" id="{AF7EF454-1737-6C1B-59FF-6E6B61B85D44}"/>
              </a:ext>
            </a:extLst>
          </p:cNvPr>
          <p:cNvSpPr>
            <a:spLocks noGrp="1"/>
          </p:cNvSpPr>
          <p:nvPr>
            <p:ph type="title" hasCustomPrompt="1"/>
          </p:nvPr>
        </p:nvSpPr>
        <p:spPr>
          <a:xfrm>
            <a:off x="574040" y="2623199"/>
            <a:ext cx="10927080" cy="589915"/>
          </a:xfrm>
          <a:prstGeom prst="rect">
            <a:avLst/>
          </a:prstGeom>
        </p:spPr>
        <p:txBody>
          <a:bodyPr anchor="ctr"/>
          <a:lstStyle>
            <a:lvl1pPr algn="ctr">
              <a:defRPr sz="3600" b="1" i="0">
                <a:solidFill>
                  <a:schemeClr val="tx2"/>
                </a:solidFill>
                <a:latin typeface="+mn-ea"/>
                <a:ea typeface="+mn-ea"/>
              </a:defRPr>
            </a:lvl1pPr>
          </a:lstStyle>
          <a:p>
            <a:r>
              <a:rPr kumimoji="1" lang="ja-JP" altLang="en-US"/>
              <a:t>タイトル</a:t>
            </a:r>
            <a:r>
              <a:rPr kumimoji="1" lang="en-US" altLang="ja-JP"/>
              <a:t>    </a:t>
            </a:r>
            <a:r>
              <a:rPr kumimoji="1" lang="ja-JP" altLang="en-US"/>
              <a:t>游ゴシック</a:t>
            </a:r>
            <a:r>
              <a:rPr kumimoji="1" lang="en-US" altLang="ja-JP"/>
              <a:t>/Bold</a:t>
            </a:r>
            <a:endParaRPr kumimoji="1" lang="ja-JP" altLang="en-US"/>
          </a:p>
        </p:txBody>
      </p:sp>
      <p:sp>
        <p:nvSpPr>
          <p:cNvPr id="2" name="スライド番号プレースホルダー 1">
            <a:extLst>
              <a:ext uri="{FF2B5EF4-FFF2-40B4-BE49-F238E27FC236}">
                <a16:creationId xmlns:a16="http://schemas.microsoft.com/office/drawing/2014/main" id="{FE49821C-314C-A319-5974-669DFE735907}"/>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412963869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中表紙スライド2">
    <p:spTree>
      <p:nvGrpSpPr>
        <p:cNvPr id="1" name=""/>
        <p:cNvGrpSpPr/>
        <p:nvPr/>
      </p:nvGrpSpPr>
      <p:grpSpPr>
        <a:xfrm>
          <a:off x="0" y="0"/>
          <a:ext cx="0" cy="0"/>
          <a:chOff x="0" y="0"/>
          <a:chExt cx="0" cy="0"/>
        </a:xfrm>
      </p:grpSpPr>
      <p:pic>
        <p:nvPicPr>
          <p:cNvPr id="9" name="図 8" descr="図形, 背景パターン&#10;&#10;自動的に生成された説明">
            <a:extLst>
              <a:ext uri="{FF2B5EF4-FFF2-40B4-BE49-F238E27FC236}">
                <a16:creationId xmlns:a16="http://schemas.microsoft.com/office/drawing/2014/main" id="{EDA50170-5274-385C-B6E6-B3C076E9ACCA}"/>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図 6">
            <a:extLst>
              <a:ext uri="{FF2B5EF4-FFF2-40B4-BE49-F238E27FC236}">
                <a16:creationId xmlns:a16="http://schemas.microsoft.com/office/drawing/2014/main" id="{64AE62DC-41F4-6B39-3960-021C4F9297C0}"/>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4" name="タイトル 6">
            <a:extLst>
              <a:ext uri="{FF2B5EF4-FFF2-40B4-BE49-F238E27FC236}">
                <a16:creationId xmlns:a16="http://schemas.microsoft.com/office/drawing/2014/main" id="{454D65FC-2A2B-4BF4-4649-A4D4326D05FC}"/>
              </a:ext>
            </a:extLst>
          </p:cNvPr>
          <p:cNvSpPr>
            <a:spLocks noGrp="1"/>
          </p:cNvSpPr>
          <p:nvPr>
            <p:ph type="title" hasCustomPrompt="1"/>
          </p:nvPr>
        </p:nvSpPr>
        <p:spPr>
          <a:xfrm>
            <a:off x="574040" y="2623199"/>
            <a:ext cx="10927080" cy="589915"/>
          </a:xfrm>
          <a:prstGeom prst="rect">
            <a:avLst/>
          </a:prstGeom>
        </p:spPr>
        <p:txBody>
          <a:bodyPr anchor="ctr"/>
          <a:lstStyle>
            <a:lvl1pPr algn="ctr">
              <a:defRPr sz="3600" b="1" i="0">
                <a:solidFill>
                  <a:schemeClr val="tx2"/>
                </a:solidFill>
                <a:latin typeface="+mn-ea"/>
                <a:ea typeface="+mn-ea"/>
              </a:defRPr>
            </a:lvl1pPr>
          </a:lstStyle>
          <a:p>
            <a:r>
              <a:rPr kumimoji="1" lang="ja-JP" altLang="en-US"/>
              <a:t>タイトル</a:t>
            </a:r>
            <a:r>
              <a:rPr kumimoji="1" lang="en-US" altLang="ja-JP"/>
              <a:t>    </a:t>
            </a:r>
            <a:r>
              <a:rPr kumimoji="1" lang="ja-JP" altLang="en-US"/>
              <a:t>游ゴシック</a:t>
            </a:r>
            <a:r>
              <a:rPr kumimoji="1" lang="en-US" altLang="ja-JP"/>
              <a:t>/Bold</a:t>
            </a:r>
            <a:endParaRPr kumimoji="1" lang="ja-JP" altLang="en-US"/>
          </a:p>
        </p:txBody>
      </p:sp>
      <p:sp>
        <p:nvSpPr>
          <p:cNvPr id="2" name="スライド番号プレースホルダー 1">
            <a:extLst>
              <a:ext uri="{FF2B5EF4-FFF2-40B4-BE49-F238E27FC236}">
                <a16:creationId xmlns:a16="http://schemas.microsoft.com/office/drawing/2014/main" id="{4C66FA5D-9CFE-6140-1F7C-0FE2713CC42B}"/>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2882761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次ページ">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64AE62DC-41F4-6B39-3960-021C4F9297C0}"/>
              </a:ext>
            </a:extLst>
          </p:cNvPr>
          <p:cNvPicPr>
            <a:picLocks noChangeAspect="1"/>
          </p:cNvPicPr>
          <p:nvPr userDrawn="1"/>
        </p:nvPicPr>
        <p:blipFill>
          <a:blip r:embed="rId2"/>
          <a:stretch>
            <a:fillRect/>
          </a:stretch>
        </p:blipFill>
        <p:spPr>
          <a:xfrm>
            <a:off x="9697038" y="217858"/>
            <a:ext cx="2160000" cy="438661"/>
          </a:xfrm>
          <a:prstGeom prst="rect">
            <a:avLst/>
          </a:prstGeom>
        </p:spPr>
      </p:pic>
      <p:sp>
        <p:nvSpPr>
          <p:cNvPr id="2" name="正方形/長方形 1">
            <a:extLst>
              <a:ext uri="{FF2B5EF4-FFF2-40B4-BE49-F238E27FC236}">
                <a16:creationId xmlns:a16="http://schemas.microsoft.com/office/drawing/2014/main" id="{B1CE82A2-7DDF-1AFA-31D2-9A3B8F00F213}"/>
              </a:ext>
            </a:extLst>
          </p:cNvPr>
          <p:cNvSpPr/>
          <p:nvPr userDrawn="1"/>
        </p:nvSpPr>
        <p:spPr>
          <a:xfrm>
            <a:off x="12084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6" name="タイトル 5">
            <a:extLst>
              <a:ext uri="{FF2B5EF4-FFF2-40B4-BE49-F238E27FC236}">
                <a16:creationId xmlns:a16="http://schemas.microsoft.com/office/drawing/2014/main" id="{57791F3D-B350-D567-6C2C-B67151B5BF61}"/>
              </a:ext>
            </a:extLst>
          </p:cNvPr>
          <p:cNvSpPr>
            <a:spLocks noGrp="1"/>
          </p:cNvSpPr>
          <p:nvPr>
            <p:ph type="title" hasCustomPrompt="1"/>
          </p:nvPr>
        </p:nvSpPr>
        <p:spPr>
          <a:xfrm>
            <a:off x="188844" y="272360"/>
            <a:ext cx="8941904" cy="509518"/>
          </a:xfrm>
          <a:prstGeom prst="rect">
            <a:avLst/>
          </a:prstGeom>
        </p:spPr>
        <p:txBody>
          <a:bodyPr/>
          <a:lstStyle>
            <a:lvl1pPr>
              <a:defRPr sz="3600" b="1" i="0">
                <a:solidFill>
                  <a:schemeClr val="tx2"/>
                </a:solidFill>
                <a:latin typeface="+mn-ea"/>
                <a:ea typeface="+mn-ea"/>
              </a:defRPr>
            </a:lvl1pPr>
          </a:lstStyle>
          <a:p>
            <a:r>
              <a:rPr kumimoji="1" lang="ja-JP" altLang="en-US"/>
              <a:t>目次</a:t>
            </a:r>
            <a:r>
              <a:rPr kumimoji="1" lang="en-US" altLang="ja-JP"/>
              <a:t>    </a:t>
            </a:r>
            <a:r>
              <a:rPr kumimoji="1" lang="ja-JP" altLang="en-US"/>
              <a:t>游ゴシック</a:t>
            </a:r>
            <a:r>
              <a:rPr kumimoji="1" lang="en-US" altLang="ja-JP"/>
              <a:t>/Bold</a:t>
            </a:r>
            <a:endParaRPr kumimoji="1" lang="ja-JP" altLang="en-US"/>
          </a:p>
        </p:txBody>
      </p:sp>
      <p:sp>
        <p:nvSpPr>
          <p:cNvPr id="9" name="コンテンツ プレースホルダー 8">
            <a:extLst>
              <a:ext uri="{FF2B5EF4-FFF2-40B4-BE49-F238E27FC236}">
                <a16:creationId xmlns:a16="http://schemas.microsoft.com/office/drawing/2014/main" id="{C0D7CFC8-5C2F-8631-B3FF-F2A47F351D41}"/>
              </a:ext>
            </a:extLst>
          </p:cNvPr>
          <p:cNvSpPr>
            <a:spLocks noGrp="1"/>
          </p:cNvSpPr>
          <p:nvPr>
            <p:ph sz="quarter" idx="10" hasCustomPrompt="1"/>
          </p:nvPr>
        </p:nvSpPr>
        <p:spPr>
          <a:xfrm>
            <a:off x="517386" y="1202844"/>
            <a:ext cx="11210787" cy="3048000"/>
          </a:xfrm>
          <a:prstGeom prst="rect">
            <a:avLst/>
          </a:prstGeom>
        </p:spPr>
        <p:txBody>
          <a:bodyPr/>
          <a:lstStyle>
            <a:lvl1pPr marL="514350" indent="-514350">
              <a:lnSpc>
                <a:spcPct val="120000"/>
              </a:lnSpc>
              <a:spcBef>
                <a:spcPts val="600"/>
              </a:spcBef>
              <a:spcAft>
                <a:spcPts val="600"/>
              </a:spcAft>
              <a:buFont typeface="+mj-lt"/>
              <a:buAutoNum type="arabicPeriod"/>
              <a:defRPr sz="2400" b="1">
                <a:latin typeface="+mn-ea"/>
                <a:ea typeface="+mn-ea"/>
              </a:defRPr>
            </a:lvl1pPr>
            <a:lvl2pPr marL="800100" indent="-342900">
              <a:lnSpc>
                <a:spcPct val="120000"/>
              </a:lnSpc>
              <a:spcBef>
                <a:spcPts val="600"/>
              </a:spcBef>
              <a:spcAft>
                <a:spcPts val="600"/>
              </a:spcAft>
              <a:buFont typeface="Arial" panose="020B0604020202020204" pitchFamily="34" charset="0"/>
              <a:buChar char="•"/>
              <a:defRPr sz="2000" b="1">
                <a:latin typeface="+mn-ea"/>
                <a:ea typeface="+mn-ea"/>
              </a:defRPr>
            </a:lvl2pPr>
            <a:lvl3pPr marL="1257300" indent="-342900">
              <a:lnSpc>
                <a:spcPct val="120000"/>
              </a:lnSpc>
              <a:buFont typeface="Arial" panose="020B0604020202020204" pitchFamily="34" charset="0"/>
              <a:buChar char="•"/>
              <a:defRPr b="1">
                <a:latin typeface="+mn-ea"/>
                <a:ea typeface="+mn-ea"/>
              </a:defRPr>
            </a:lvl3pPr>
            <a:lvl4pPr marL="1657350" indent="-285750">
              <a:lnSpc>
                <a:spcPct val="120000"/>
              </a:lnSpc>
              <a:buFont typeface="Arial" panose="020B0604020202020204" pitchFamily="34" charset="0"/>
              <a:buChar char="•"/>
              <a:defRPr sz="2000" b="1">
                <a:latin typeface="+mn-ea"/>
                <a:ea typeface="+mn-ea"/>
              </a:defRPr>
            </a:lvl4pPr>
            <a:lvl5pPr marL="2114550" indent="-285750">
              <a:lnSpc>
                <a:spcPct val="120000"/>
              </a:lnSpc>
              <a:buFont typeface="Arial" panose="020B0604020202020204" pitchFamily="34" charset="0"/>
              <a:buChar char="•"/>
              <a:defRPr b="1">
                <a:latin typeface="+mn-ea"/>
                <a:ea typeface="+mn-ea"/>
              </a:defRPr>
            </a:lvl5pPr>
            <a:lvl6pPr>
              <a:defRPr>
                <a:latin typeface="游ゴシック Medium" panose="020B0500000000000000" pitchFamily="50" charset="-128"/>
                <a:ea typeface="游ゴシック Medium" panose="020B0500000000000000" pitchFamily="50" charset="-128"/>
              </a:defRPr>
            </a:lvl6pPr>
            <a:lvl7pPr marL="3028950" indent="-285750">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7pPr>
            <a:lvl8pPr marL="3486150" indent="-285750">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8pPr>
            <a:lvl9pPr marL="3943350" indent="-285750">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9pPr>
          </a:lstStyle>
          <a:p>
            <a:pPr lvl="0"/>
            <a:r>
              <a:rPr kumimoji="1" lang="ja-JP" altLang="en-US" dirty="0"/>
              <a:t>タイトル</a:t>
            </a:r>
            <a:r>
              <a:rPr kumimoji="1" lang="en-US" altLang="ja-JP" dirty="0"/>
              <a:t> </a:t>
            </a:r>
            <a:r>
              <a:rPr kumimoji="1" lang="ja-JP" altLang="en-US" dirty="0"/>
              <a:t>　　游ゴシック</a:t>
            </a:r>
            <a:r>
              <a:rPr kumimoji="1" lang="en-US" altLang="ja-JP" dirty="0"/>
              <a:t>/Bold</a:t>
            </a:r>
          </a:p>
          <a:p>
            <a:pPr lvl="1"/>
            <a:r>
              <a:rPr kumimoji="1" lang="ja-JP" altLang="en-US" dirty="0"/>
              <a:t>サブタイトル</a:t>
            </a:r>
            <a:endParaRPr kumimoji="1" lang="en-US" altLang="ja-JP" dirty="0"/>
          </a:p>
          <a:p>
            <a:pPr lvl="2"/>
            <a:r>
              <a:rPr kumimoji="1" lang="ja-JP" altLang="en-US" dirty="0"/>
              <a:t>サブタイトル</a:t>
            </a:r>
            <a:endParaRPr kumimoji="1" lang="en-US" altLang="ja-JP" dirty="0"/>
          </a:p>
          <a:p>
            <a:pPr lvl="3"/>
            <a:r>
              <a:rPr kumimoji="1" lang="ja-JP" altLang="en-US" dirty="0"/>
              <a:t>サブタイトル</a:t>
            </a:r>
            <a:endParaRPr kumimoji="1" lang="en-US" altLang="ja-JP" dirty="0"/>
          </a:p>
          <a:p>
            <a:pPr lvl="4"/>
            <a:r>
              <a:rPr kumimoji="1" lang="ja-JP" altLang="en-US" dirty="0"/>
              <a:t>サブタイトル</a:t>
            </a:r>
            <a:endParaRPr kumimoji="1" lang="en-US" altLang="ja-JP" dirty="0"/>
          </a:p>
          <a:p>
            <a:pPr lvl="5"/>
            <a:r>
              <a:rPr kumimoji="1" lang="ja-JP" altLang="en-US" dirty="0"/>
              <a:t>サブタイトル</a:t>
            </a:r>
            <a:endParaRPr kumimoji="1" lang="en-US" altLang="ja-JP" dirty="0"/>
          </a:p>
          <a:p>
            <a:pPr lvl="6"/>
            <a:r>
              <a:rPr kumimoji="1" lang="ja-JP" altLang="en-US" dirty="0"/>
              <a:t>サブタイトル</a:t>
            </a:r>
            <a:endParaRPr kumimoji="1" lang="en-US" altLang="ja-JP" dirty="0"/>
          </a:p>
          <a:p>
            <a:pPr lvl="7"/>
            <a:r>
              <a:rPr kumimoji="1" lang="ja-JP" altLang="en-US" dirty="0"/>
              <a:t>サブタイトル</a:t>
            </a:r>
            <a:endParaRPr kumimoji="1" lang="en-US" altLang="ja-JP" dirty="0"/>
          </a:p>
          <a:p>
            <a:pPr lvl="8"/>
            <a:r>
              <a:rPr kumimoji="1" lang="ja-JP" altLang="en-US" dirty="0"/>
              <a:t>サブタイトル</a:t>
            </a:r>
            <a:endParaRPr kumimoji="1" lang="en-US" altLang="ja-JP" dirty="0"/>
          </a:p>
          <a:p>
            <a:pPr lvl="5"/>
            <a:endParaRPr kumimoji="1" lang="en-US" altLang="ja-JP" dirty="0"/>
          </a:p>
          <a:p>
            <a:pPr lvl="5"/>
            <a:endParaRPr kumimoji="1" lang="en-US" altLang="ja-JP" dirty="0"/>
          </a:p>
          <a:p>
            <a:pPr lvl="0"/>
            <a:r>
              <a:rPr kumimoji="1" lang="ja-JP" altLang="en-US" dirty="0"/>
              <a:t>タイトル</a:t>
            </a:r>
            <a:endParaRPr kumimoji="1" lang="en-US" altLang="ja-JP" dirty="0"/>
          </a:p>
          <a:p>
            <a:pPr lvl="1"/>
            <a:r>
              <a:rPr kumimoji="1" lang="ja-JP" altLang="en-US" dirty="0"/>
              <a:t>サブタイトル</a:t>
            </a:r>
            <a:endParaRPr kumimoji="1" lang="en-US" altLang="ja-JP" dirty="0"/>
          </a:p>
          <a:p>
            <a:pPr lvl="2"/>
            <a:r>
              <a:rPr kumimoji="1" lang="ja-JP" altLang="en-US" dirty="0"/>
              <a:t>サブタイトル</a:t>
            </a:r>
            <a:endParaRPr kumimoji="1" lang="en-US" altLang="ja-JP" dirty="0"/>
          </a:p>
          <a:p>
            <a:pPr lvl="3"/>
            <a:r>
              <a:rPr kumimoji="1" lang="ja-JP" altLang="en-US" dirty="0"/>
              <a:t>サブタイトル</a:t>
            </a:r>
            <a:endParaRPr kumimoji="1" lang="en-US" altLang="ja-JP" dirty="0"/>
          </a:p>
          <a:p>
            <a:pPr lvl="4"/>
            <a:r>
              <a:rPr kumimoji="1" lang="ja-JP" altLang="en-US" dirty="0"/>
              <a:t>サブタイトル</a:t>
            </a:r>
            <a:endParaRPr kumimoji="1" lang="en-US" altLang="ja-JP" dirty="0"/>
          </a:p>
          <a:p>
            <a:pPr lvl="5"/>
            <a:r>
              <a:rPr kumimoji="1" lang="ja-JP" altLang="en-US" dirty="0"/>
              <a:t>サブタイトル</a:t>
            </a:r>
            <a:endParaRPr kumimoji="1" lang="en-US" altLang="ja-JP" dirty="0"/>
          </a:p>
          <a:p>
            <a:pPr lvl="6"/>
            <a:r>
              <a:rPr kumimoji="1" lang="ja-JP" altLang="en-US" dirty="0"/>
              <a:t>サブタイトル</a:t>
            </a:r>
            <a:endParaRPr kumimoji="1" lang="en-US" altLang="ja-JP" dirty="0"/>
          </a:p>
          <a:p>
            <a:pPr lvl="7"/>
            <a:r>
              <a:rPr kumimoji="1" lang="ja-JP" altLang="en-US" dirty="0"/>
              <a:t>サブタイトル</a:t>
            </a:r>
            <a:endParaRPr kumimoji="1" lang="en-US" altLang="ja-JP" dirty="0"/>
          </a:p>
          <a:p>
            <a:pPr lvl="4"/>
            <a:endParaRPr kumimoji="1" lang="en-US" altLang="ja-JP" b="1" dirty="0">
              <a:latin typeface="+mn-ea"/>
              <a:ea typeface="+mn-ea"/>
            </a:endParaRPr>
          </a:p>
          <a:p>
            <a:pPr lvl="4"/>
            <a:endParaRPr kumimoji="1" lang="en-US" altLang="ja-JP" b="1" dirty="0">
              <a:latin typeface="+mn-ea"/>
              <a:ea typeface="+mn-ea"/>
            </a:endParaRPr>
          </a:p>
          <a:p>
            <a:pPr lvl="2"/>
            <a:endParaRPr kumimoji="1" lang="en-US" altLang="ja-JP" dirty="0"/>
          </a:p>
        </p:txBody>
      </p:sp>
      <p:sp>
        <p:nvSpPr>
          <p:cNvPr id="4" name="スライド番号プレースホルダー 3">
            <a:extLst>
              <a:ext uri="{FF2B5EF4-FFF2-40B4-BE49-F238E27FC236}">
                <a16:creationId xmlns:a16="http://schemas.microsoft.com/office/drawing/2014/main" id="{0926DCBC-CB1E-FAC7-85CE-489FF80ED525}"/>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710023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1-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2084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3" name="図 2">
            <a:extLst>
              <a:ext uri="{FF2B5EF4-FFF2-40B4-BE49-F238E27FC236}">
                <a16:creationId xmlns:a16="http://schemas.microsoft.com/office/drawing/2014/main" id="{05DC1476-CC62-5D3A-80A7-BE6321386036}"/>
              </a:ext>
            </a:extLst>
          </p:cNvPr>
          <p:cNvPicPr>
            <a:picLocks noChangeAspect="1"/>
          </p:cNvPicPr>
          <p:nvPr userDrawn="1"/>
        </p:nvPicPr>
        <p:blipFill>
          <a:blip r:embed="rId2"/>
          <a:stretch>
            <a:fillRect/>
          </a:stretch>
        </p:blipFill>
        <p:spPr>
          <a:xfrm>
            <a:off x="9697038" y="217858"/>
            <a:ext cx="2160000" cy="438661"/>
          </a:xfrm>
          <a:prstGeom prst="rect">
            <a:avLst/>
          </a:prstGeom>
        </p:spPr>
      </p:pic>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4" y="272360"/>
            <a:ext cx="8941904"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6" name="コンテンツ プレースホルダー 8">
            <a:extLst>
              <a:ext uri="{FF2B5EF4-FFF2-40B4-BE49-F238E27FC236}">
                <a16:creationId xmlns:a16="http://schemas.microsoft.com/office/drawing/2014/main" id="{561C8825-E86E-6414-62C6-23CED23BFA72}"/>
              </a:ext>
            </a:extLst>
          </p:cNvPr>
          <p:cNvSpPr>
            <a:spLocks noGrp="1"/>
          </p:cNvSpPr>
          <p:nvPr>
            <p:ph sz="quarter" idx="10" hasCustomPrompt="1"/>
          </p:nvPr>
        </p:nvSpPr>
        <p:spPr>
          <a:xfrm>
            <a:off x="188844" y="947058"/>
            <a:ext cx="11668194" cy="1507068"/>
          </a:xfrm>
          <a:prstGeom prst="rect">
            <a:avLst/>
          </a:prstGeom>
        </p:spPr>
        <p:txBody>
          <a:bodyPr/>
          <a:lstStyle>
            <a:lvl1pPr marL="0" indent="0">
              <a:lnSpc>
                <a:spcPct val="120000"/>
              </a:lnSpc>
              <a:spcBef>
                <a:spcPts val="0"/>
              </a:spcBef>
              <a:spcAft>
                <a:spcPts val="0"/>
              </a:spcAft>
              <a:buFont typeface="+mj-lt"/>
              <a:buNone/>
              <a:defRPr sz="2400" b="1">
                <a:latin typeface="+mn-ea"/>
                <a:ea typeface="+mn-ea"/>
              </a:defRPr>
            </a:lvl1pPr>
            <a:lvl2pPr marL="457200" indent="0">
              <a:lnSpc>
                <a:spcPct val="120000"/>
              </a:lnSpc>
              <a:spcBef>
                <a:spcPts val="600"/>
              </a:spcBef>
              <a:spcAft>
                <a:spcPts val="600"/>
              </a:spcAft>
              <a:buFont typeface="+mj-lt"/>
              <a:buNone/>
              <a:defRPr sz="2000" b="1">
                <a:latin typeface="+mn-ea"/>
                <a:ea typeface="+mn-ea"/>
              </a:defRPr>
            </a:lvl2pPr>
            <a:lvl3pPr marL="914400" indent="0">
              <a:lnSpc>
                <a:spcPct val="120000"/>
              </a:lnSpc>
              <a:buFont typeface="+mj-lt"/>
              <a:buNone/>
              <a:defRPr b="1">
                <a:latin typeface="+mn-ea"/>
                <a:ea typeface="+mn-ea"/>
              </a:defRPr>
            </a:lvl3pPr>
            <a:lvl4pPr marL="1371600" indent="0">
              <a:lnSpc>
                <a:spcPct val="120000"/>
              </a:lnSpc>
              <a:buFont typeface="+mj-lt"/>
              <a:buNone/>
              <a:defRPr b="1">
                <a:latin typeface="+mn-ea"/>
                <a:ea typeface="+mn-ea"/>
              </a:defRPr>
            </a:lvl4pPr>
            <a:lvl5pPr marL="1828800" indent="0">
              <a:lnSpc>
                <a:spcPct val="120000"/>
              </a:lnSpc>
              <a:buFont typeface="+mj-lt"/>
              <a:buNone/>
              <a:defRPr kumimoji="1" lang="en-US" altLang="ja-JP" b="1" smtClean="0">
                <a:latin typeface="+mn-ea"/>
              </a:defRPr>
            </a:lvl5pPr>
            <a:lvl6pPr marL="2286000" indent="0">
              <a:buNone/>
              <a:defRPr b="1"/>
            </a:lvl6pPr>
            <a:lvl7pPr marL="2743200" indent="0">
              <a:buNone/>
              <a:defRPr b="1"/>
            </a:lvl7pPr>
            <a:lvl8pPr marL="3200400" indent="0">
              <a:buNone/>
              <a:defRPr b="1"/>
            </a:lvl8pPr>
            <a:lvl9pPr marL="3657600" indent="0">
              <a:buNone/>
              <a:defRPr b="1"/>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latin typeface="+mn-ea"/>
                <a:ea typeface="+mn-ea"/>
              </a:rPr>
              <a:t>小見出し</a:t>
            </a:r>
            <a:endParaRPr kumimoji="1" lang="en-US" altLang="ja-JP" dirty="0">
              <a:latin typeface="+mn-ea"/>
              <a:ea typeface="+mn-ea"/>
            </a:endParaRPr>
          </a:p>
          <a:p>
            <a:pPr lvl="4"/>
            <a:r>
              <a:rPr kumimoji="1" lang="ja-JP" altLang="en-US" dirty="0">
                <a:latin typeface="+mn-ea"/>
                <a:ea typeface="+mn-ea"/>
              </a:rPr>
              <a:t>小見出し</a:t>
            </a:r>
            <a:endParaRPr kumimoji="1" lang="en-US" altLang="ja-JP" dirty="0">
              <a:latin typeface="+mn-ea"/>
              <a:ea typeface="+mn-ea"/>
            </a:endParaRPr>
          </a:p>
          <a:p>
            <a:pPr lvl="5"/>
            <a:r>
              <a:rPr kumimoji="1" lang="ja-JP" altLang="en-US" dirty="0">
                <a:latin typeface="+mn-ea"/>
                <a:ea typeface="+mn-ea"/>
              </a:rPr>
              <a:t>小見出し</a:t>
            </a:r>
            <a:endParaRPr kumimoji="1" lang="en-US" altLang="ja-JP" dirty="0">
              <a:latin typeface="+mn-ea"/>
              <a:ea typeface="+mn-ea"/>
            </a:endParaRPr>
          </a:p>
          <a:p>
            <a:pPr lvl="6"/>
            <a:r>
              <a:rPr kumimoji="1" lang="ja-JP" altLang="en-US" dirty="0">
                <a:latin typeface="+mn-ea"/>
                <a:ea typeface="+mn-ea"/>
              </a:rPr>
              <a:t>小見出し</a:t>
            </a:r>
            <a:endParaRPr kumimoji="1" lang="en-US" altLang="ja-JP" dirty="0">
              <a:latin typeface="+mn-ea"/>
              <a:ea typeface="+mn-ea"/>
            </a:endParaRPr>
          </a:p>
          <a:p>
            <a:pPr lvl="7"/>
            <a:r>
              <a:rPr kumimoji="1" lang="ja-JP" altLang="en-US" dirty="0">
                <a:latin typeface="+mn-ea"/>
                <a:ea typeface="+mn-ea"/>
              </a:rPr>
              <a:t>小見出し</a:t>
            </a:r>
            <a:endParaRPr kumimoji="1" lang="en-US" altLang="ja-JP" dirty="0">
              <a:latin typeface="+mn-ea"/>
              <a:ea typeface="+mn-ea"/>
            </a:endParaRPr>
          </a:p>
          <a:p>
            <a:pPr lvl="8"/>
            <a:r>
              <a:rPr kumimoji="1" lang="ja-JP" altLang="en-US" dirty="0">
                <a:latin typeface="+mn-ea"/>
                <a:ea typeface="+mn-ea"/>
              </a:rPr>
              <a:t>小見出し</a:t>
            </a:r>
            <a:endParaRPr kumimoji="1" lang="en-US" altLang="ja-JP" dirty="0">
              <a:latin typeface="+mn-ea"/>
              <a:ea typeface="+mn-ea"/>
            </a:endParaRPr>
          </a:p>
          <a:p>
            <a:pPr lvl="6"/>
            <a:endParaRPr kumimoji="1" lang="en-US" altLang="ja-JP" dirty="0">
              <a:latin typeface="+mn-ea"/>
              <a:ea typeface="+mn-ea"/>
            </a:endParaRPr>
          </a:p>
        </p:txBody>
      </p:sp>
      <p:sp>
        <p:nvSpPr>
          <p:cNvPr id="7" name="スライド番号プレースホルダー 6">
            <a:extLst>
              <a:ext uri="{FF2B5EF4-FFF2-40B4-BE49-F238E27FC236}">
                <a16:creationId xmlns:a16="http://schemas.microsoft.com/office/drawing/2014/main" id="{B002B0F8-6464-F50B-878B-38EED79D494A}"/>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26914267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コンテンツ1-2">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2084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3" name="図 2">
            <a:extLst>
              <a:ext uri="{FF2B5EF4-FFF2-40B4-BE49-F238E27FC236}">
                <a16:creationId xmlns:a16="http://schemas.microsoft.com/office/drawing/2014/main" id="{05DC1476-CC62-5D3A-80A7-BE6321386036}"/>
              </a:ext>
            </a:extLst>
          </p:cNvPr>
          <p:cNvPicPr>
            <a:picLocks noChangeAspect="1"/>
          </p:cNvPicPr>
          <p:nvPr userDrawn="1"/>
        </p:nvPicPr>
        <p:blipFill>
          <a:blip r:embed="rId2"/>
          <a:stretch>
            <a:fillRect/>
          </a:stretch>
        </p:blipFill>
        <p:spPr>
          <a:xfrm>
            <a:off x="9697038" y="217858"/>
            <a:ext cx="2160000" cy="438661"/>
          </a:xfrm>
          <a:prstGeom prst="rect">
            <a:avLst/>
          </a:prstGeom>
        </p:spPr>
      </p:pic>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4" y="272360"/>
            <a:ext cx="8941904"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6" name="コンテンツ プレースホルダー 8">
            <a:extLst>
              <a:ext uri="{FF2B5EF4-FFF2-40B4-BE49-F238E27FC236}">
                <a16:creationId xmlns:a16="http://schemas.microsoft.com/office/drawing/2014/main" id="{561C8825-E86E-6414-62C6-23CED23BFA72}"/>
              </a:ext>
            </a:extLst>
          </p:cNvPr>
          <p:cNvSpPr>
            <a:spLocks noGrp="1"/>
          </p:cNvSpPr>
          <p:nvPr>
            <p:ph sz="quarter" idx="10" hasCustomPrompt="1"/>
          </p:nvPr>
        </p:nvSpPr>
        <p:spPr>
          <a:xfrm>
            <a:off x="188844" y="947058"/>
            <a:ext cx="11668194" cy="5474824"/>
          </a:xfrm>
          <a:prstGeom prst="rect">
            <a:avLst/>
          </a:prstGeom>
        </p:spPr>
        <p:txBody>
          <a:bodyPr/>
          <a:lstStyle>
            <a:lvl1pPr marL="285750" indent="-285750">
              <a:lnSpc>
                <a:spcPct val="120000"/>
              </a:lnSpc>
              <a:spcBef>
                <a:spcPts val="0"/>
              </a:spcBef>
              <a:spcAft>
                <a:spcPts val="0"/>
              </a:spcAft>
              <a:buFont typeface="Arial" panose="020B0604020202020204" pitchFamily="34" charset="0"/>
              <a:buChar char="•"/>
              <a:defRPr sz="1800" b="0" i="0">
                <a:latin typeface="Yu Gothic Medium" panose="020B0400000000000000" pitchFamily="34" charset="-128"/>
                <a:ea typeface="Yu Gothic Medium" panose="020B0400000000000000" pitchFamily="34" charset="-128"/>
              </a:defRPr>
            </a:lvl1pPr>
            <a:lvl2pPr marL="742950" indent="-285750">
              <a:lnSpc>
                <a:spcPct val="120000"/>
              </a:lnSpc>
              <a:spcBef>
                <a:spcPts val="600"/>
              </a:spcBef>
              <a:spcAft>
                <a:spcPts val="600"/>
              </a:spcAft>
              <a:buFont typeface="Arial" panose="020B0604020202020204" pitchFamily="34" charset="0"/>
              <a:buChar char="•"/>
              <a:defRPr sz="1800" b="0">
                <a:latin typeface="游ゴシック Medium" panose="020B0500000000000000" pitchFamily="50" charset="-128"/>
                <a:ea typeface="游ゴシック Medium" panose="020B0500000000000000" pitchFamily="50" charset="-128"/>
              </a:defRPr>
            </a:lvl2pPr>
            <a:lvl3pPr marL="1200150" indent="-285750">
              <a:lnSpc>
                <a:spcPct val="120000"/>
              </a:lnSpc>
              <a:buFont typeface="Arial" panose="020B0604020202020204" pitchFamily="34" charset="0"/>
              <a:buChar char="•"/>
              <a:defRPr sz="1800">
                <a:latin typeface="游ゴシック Medium" panose="020B0500000000000000" pitchFamily="50" charset="-128"/>
                <a:ea typeface="游ゴシック Medium" panose="020B0500000000000000" pitchFamily="50" charset="-128"/>
              </a:defRPr>
            </a:lvl3pPr>
            <a:lvl4pPr marL="17145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4pPr>
            <a:lvl5pPr marL="21717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5pPr>
            <a:lvl6pPr>
              <a:defRPr>
                <a:latin typeface="游ゴシック Medium" panose="020B0500000000000000" pitchFamily="50" charset="-128"/>
                <a:ea typeface="游ゴシック Medium" panose="020B0500000000000000" pitchFamily="50" charset="-128"/>
              </a:defRPr>
            </a:lvl6pPr>
            <a:lvl7pPr>
              <a:defRPr>
                <a:latin typeface="游ゴシック Medium" panose="020B0500000000000000" pitchFamily="50" charset="-128"/>
                <a:ea typeface="游ゴシック Medium" panose="020B0500000000000000" pitchFamily="50" charset="-128"/>
              </a:defRPr>
            </a:lvl7pPr>
            <a:lvl8pPr>
              <a:defRPr>
                <a:latin typeface="游ゴシック Medium" panose="020B0500000000000000" pitchFamily="50" charset="-128"/>
                <a:ea typeface="游ゴシック Medium" panose="020B0500000000000000" pitchFamily="50" charset="-128"/>
              </a:defRPr>
            </a:lvl8pPr>
            <a:lvl9pPr>
              <a:defRPr>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1"/>
            <a:endParaRPr kumimoji="1" lang="en-US" altLang="ja-JP" dirty="0">
              <a:latin typeface="+mn-ea"/>
              <a:ea typeface="+mn-ea"/>
            </a:endParaRPr>
          </a:p>
        </p:txBody>
      </p:sp>
      <p:sp>
        <p:nvSpPr>
          <p:cNvPr id="7" name="スライド番号プレースホルダー 6">
            <a:extLst>
              <a:ext uri="{FF2B5EF4-FFF2-40B4-BE49-F238E27FC236}">
                <a16:creationId xmlns:a16="http://schemas.microsoft.com/office/drawing/2014/main" id="{B002B0F8-6464-F50B-878B-38EED79D494A}"/>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41054527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コンテンツ1-3">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2084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3" y="272360"/>
            <a:ext cx="10075611" cy="509518"/>
          </a:xfrm>
          <a:prstGeom prst="rect">
            <a:avLst/>
          </a:prstGeom>
        </p:spPr>
        <p:txBody>
          <a:bodyPr/>
          <a:lstStyle>
            <a:lvl1pPr>
              <a:defRPr sz="3600" b="1" i="0">
                <a:solidFill>
                  <a:schemeClr val="tx2"/>
                </a:solidFill>
                <a:latin typeface="+mn-ea"/>
                <a:ea typeface="+mn-ea"/>
              </a:defRPr>
            </a:lvl1pPr>
          </a:lstStyle>
          <a:p>
            <a:r>
              <a:rPr kumimoji="1" lang="ja-JP" altLang="en-US"/>
              <a:t>タイトル</a:t>
            </a:r>
            <a:r>
              <a:rPr kumimoji="1" lang="en-US" altLang="ja-JP"/>
              <a:t>  </a:t>
            </a:r>
            <a:r>
              <a:rPr kumimoji="1" lang="ja-JP" altLang="en-US"/>
              <a:t>　游ゴシック</a:t>
            </a:r>
            <a:r>
              <a:rPr kumimoji="1" lang="en-US" altLang="ja-JP"/>
              <a:t>/Bold</a:t>
            </a:r>
            <a:endParaRPr kumimoji="1" lang="ja-JP" altLang="en-US"/>
          </a:p>
        </p:txBody>
      </p:sp>
      <p:pic>
        <p:nvPicPr>
          <p:cNvPr id="10" name="図 9">
            <a:extLst>
              <a:ext uri="{FF2B5EF4-FFF2-40B4-BE49-F238E27FC236}">
                <a16:creationId xmlns:a16="http://schemas.microsoft.com/office/drawing/2014/main" id="{C60F71B0-097D-0526-6259-1570A078902D}"/>
              </a:ext>
            </a:extLst>
          </p:cNvPr>
          <p:cNvPicPr>
            <a:picLocks noChangeAspect="1"/>
          </p:cNvPicPr>
          <p:nvPr userDrawn="1"/>
        </p:nvPicPr>
        <p:blipFill>
          <a:blip r:embed="rId2"/>
          <a:stretch>
            <a:fillRect/>
          </a:stretch>
        </p:blipFill>
        <p:spPr>
          <a:xfrm>
            <a:off x="10491416" y="217858"/>
            <a:ext cx="1365622" cy="648000"/>
          </a:xfrm>
          <a:prstGeom prst="rect">
            <a:avLst/>
          </a:prstGeom>
        </p:spPr>
      </p:pic>
      <p:sp>
        <p:nvSpPr>
          <p:cNvPr id="7" name="スライド番号プレースホルダー 6">
            <a:extLst>
              <a:ext uri="{FF2B5EF4-FFF2-40B4-BE49-F238E27FC236}">
                <a16:creationId xmlns:a16="http://schemas.microsoft.com/office/drawing/2014/main" id="{064B3119-48C0-8E01-AE32-E71441756020}"/>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2" name="コンテンツ プレースホルダー 8">
            <a:extLst>
              <a:ext uri="{FF2B5EF4-FFF2-40B4-BE49-F238E27FC236}">
                <a16:creationId xmlns:a16="http://schemas.microsoft.com/office/drawing/2014/main" id="{F801ECE0-2CE6-CA80-8167-1365EF70C560}"/>
              </a:ext>
            </a:extLst>
          </p:cNvPr>
          <p:cNvSpPr>
            <a:spLocks noGrp="1"/>
          </p:cNvSpPr>
          <p:nvPr>
            <p:ph sz="quarter" idx="10" hasCustomPrompt="1"/>
          </p:nvPr>
        </p:nvSpPr>
        <p:spPr>
          <a:xfrm>
            <a:off x="188844" y="947058"/>
            <a:ext cx="11668194" cy="1507068"/>
          </a:xfrm>
          <a:prstGeom prst="rect">
            <a:avLst/>
          </a:prstGeom>
        </p:spPr>
        <p:txBody>
          <a:bodyPr/>
          <a:lstStyle>
            <a:lvl1pPr marL="0" indent="0">
              <a:lnSpc>
                <a:spcPct val="120000"/>
              </a:lnSpc>
              <a:spcBef>
                <a:spcPts val="0"/>
              </a:spcBef>
              <a:spcAft>
                <a:spcPts val="0"/>
              </a:spcAft>
              <a:buFont typeface="+mj-lt"/>
              <a:buNone/>
              <a:defRPr sz="2400" b="1">
                <a:latin typeface="+mn-ea"/>
                <a:ea typeface="+mn-ea"/>
              </a:defRPr>
            </a:lvl1pPr>
            <a:lvl2pPr marL="457200" indent="0">
              <a:lnSpc>
                <a:spcPct val="120000"/>
              </a:lnSpc>
              <a:spcBef>
                <a:spcPts val="600"/>
              </a:spcBef>
              <a:spcAft>
                <a:spcPts val="600"/>
              </a:spcAft>
              <a:buFont typeface="+mj-lt"/>
              <a:buNone/>
              <a:defRPr sz="2000" b="1">
                <a:latin typeface="+mn-ea"/>
                <a:ea typeface="+mn-ea"/>
              </a:defRPr>
            </a:lvl2pPr>
            <a:lvl3pPr marL="914400" indent="0">
              <a:lnSpc>
                <a:spcPct val="120000"/>
              </a:lnSpc>
              <a:buFont typeface="+mj-lt"/>
              <a:buNone/>
              <a:defRPr b="1">
                <a:latin typeface="+mn-ea"/>
                <a:ea typeface="+mn-ea"/>
              </a:defRPr>
            </a:lvl3pPr>
            <a:lvl4pPr marL="1371600" indent="0">
              <a:lnSpc>
                <a:spcPct val="120000"/>
              </a:lnSpc>
              <a:buFont typeface="+mj-lt"/>
              <a:buNone/>
              <a:defRPr b="1">
                <a:latin typeface="+mn-ea"/>
                <a:ea typeface="+mn-ea"/>
              </a:defRPr>
            </a:lvl4pPr>
            <a:lvl5pPr marL="1828800" indent="0">
              <a:lnSpc>
                <a:spcPct val="120000"/>
              </a:lnSpc>
              <a:buFont typeface="+mj-lt"/>
              <a:buNone/>
              <a:defRPr kumimoji="1" lang="en-US" altLang="ja-JP" b="1" smtClean="0">
                <a:latin typeface="+mn-ea"/>
              </a:defRPr>
            </a:lvl5pPr>
            <a:lvl6pPr marL="2286000" indent="0">
              <a:buNone/>
              <a:defRPr b="1"/>
            </a:lvl6pPr>
            <a:lvl7pPr marL="2743200" indent="0">
              <a:buNone/>
              <a:defRPr b="1"/>
            </a:lvl7pPr>
            <a:lvl8pPr marL="3200400" indent="0">
              <a:buNone/>
              <a:defRPr b="1"/>
            </a:lvl8pPr>
            <a:lvl9pPr marL="3657600" indent="0">
              <a:buNone/>
              <a:defRPr b="1"/>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latin typeface="+mn-ea"/>
                <a:ea typeface="+mn-ea"/>
              </a:rPr>
              <a:t>小見出し</a:t>
            </a:r>
            <a:endParaRPr kumimoji="1" lang="en-US" altLang="ja-JP" dirty="0">
              <a:latin typeface="+mn-ea"/>
              <a:ea typeface="+mn-ea"/>
            </a:endParaRPr>
          </a:p>
          <a:p>
            <a:pPr lvl="4"/>
            <a:r>
              <a:rPr kumimoji="1" lang="ja-JP" altLang="en-US" dirty="0">
                <a:latin typeface="+mn-ea"/>
                <a:ea typeface="+mn-ea"/>
              </a:rPr>
              <a:t>小見出し</a:t>
            </a:r>
            <a:endParaRPr kumimoji="1" lang="en-US" altLang="ja-JP" dirty="0">
              <a:latin typeface="+mn-ea"/>
              <a:ea typeface="+mn-ea"/>
            </a:endParaRPr>
          </a:p>
          <a:p>
            <a:pPr lvl="5"/>
            <a:r>
              <a:rPr kumimoji="1" lang="ja-JP" altLang="en-US" dirty="0">
                <a:latin typeface="+mn-ea"/>
                <a:ea typeface="+mn-ea"/>
              </a:rPr>
              <a:t>小見出し</a:t>
            </a:r>
            <a:endParaRPr kumimoji="1" lang="en-US" altLang="ja-JP" dirty="0">
              <a:latin typeface="+mn-ea"/>
              <a:ea typeface="+mn-ea"/>
            </a:endParaRPr>
          </a:p>
          <a:p>
            <a:pPr lvl="6"/>
            <a:r>
              <a:rPr kumimoji="1" lang="ja-JP" altLang="en-US" dirty="0">
                <a:latin typeface="+mn-ea"/>
                <a:ea typeface="+mn-ea"/>
              </a:rPr>
              <a:t>小見出し</a:t>
            </a:r>
            <a:endParaRPr kumimoji="1" lang="en-US" altLang="ja-JP" dirty="0">
              <a:latin typeface="+mn-ea"/>
              <a:ea typeface="+mn-ea"/>
            </a:endParaRPr>
          </a:p>
          <a:p>
            <a:pPr lvl="7"/>
            <a:r>
              <a:rPr kumimoji="1" lang="ja-JP" altLang="en-US" dirty="0">
                <a:latin typeface="+mn-ea"/>
                <a:ea typeface="+mn-ea"/>
              </a:rPr>
              <a:t>小見出し</a:t>
            </a:r>
            <a:endParaRPr kumimoji="1" lang="en-US" altLang="ja-JP" dirty="0">
              <a:latin typeface="+mn-ea"/>
              <a:ea typeface="+mn-ea"/>
            </a:endParaRPr>
          </a:p>
          <a:p>
            <a:pPr lvl="8"/>
            <a:r>
              <a:rPr kumimoji="1" lang="ja-JP" altLang="en-US" dirty="0">
                <a:latin typeface="+mn-ea"/>
                <a:ea typeface="+mn-ea"/>
              </a:rPr>
              <a:t>小見出し</a:t>
            </a:r>
            <a:endParaRPr kumimoji="1" lang="en-US" altLang="ja-JP" dirty="0">
              <a:latin typeface="+mn-ea"/>
              <a:ea typeface="+mn-ea"/>
            </a:endParaRPr>
          </a:p>
          <a:p>
            <a:pPr lvl="3"/>
            <a:endParaRPr kumimoji="1" lang="en-US" altLang="ja-JP" dirty="0">
              <a:latin typeface="+mn-ea"/>
              <a:ea typeface="+mn-ea"/>
            </a:endParaRPr>
          </a:p>
        </p:txBody>
      </p:sp>
    </p:spTree>
    <p:extLst>
      <p:ext uri="{BB962C8B-B14F-4D97-AF65-F5344CB8AC3E}">
        <p14:creationId xmlns:p14="http://schemas.microsoft.com/office/powerpoint/2010/main" val="38136979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コンテンツ1-4">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2084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3" y="272360"/>
            <a:ext cx="10075611"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pic>
        <p:nvPicPr>
          <p:cNvPr id="10" name="図 9">
            <a:extLst>
              <a:ext uri="{FF2B5EF4-FFF2-40B4-BE49-F238E27FC236}">
                <a16:creationId xmlns:a16="http://schemas.microsoft.com/office/drawing/2014/main" id="{C60F71B0-097D-0526-6259-1570A078902D}"/>
              </a:ext>
            </a:extLst>
          </p:cNvPr>
          <p:cNvPicPr>
            <a:picLocks noChangeAspect="1"/>
          </p:cNvPicPr>
          <p:nvPr userDrawn="1"/>
        </p:nvPicPr>
        <p:blipFill>
          <a:blip r:embed="rId2"/>
          <a:stretch>
            <a:fillRect/>
          </a:stretch>
        </p:blipFill>
        <p:spPr>
          <a:xfrm>
            <a:off x="10491416" y="217858"/>
            <a:ext cx="1365622" cy="648000"/>
          </a:xfrm>
          <a:prstGeom prst="rect">
            <a:avLst/>
          </a:prstGeom>
        </p:spPr>
      </p:pic>
      <p:sp>
        <p:nvSpPr>
          <p:cNvPr id="7" name="スライド番号プレースホルダー 6">
            <a:extLst>
              <a:ext uri="{FF2B5EF4-FFF2-40B4-BE49-F238E27FC236}">
                <a16:creationId xmlns:a16="http://schemas.microsoft.com/office/drawing/2014/main" id="{064B3119-48C0-8E01-AE32-E71441756020}"/>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3" name="コンテンツ プレースホルダー 8">
            <a:extLst>
              <a:ext uri="{FF2B5EF4-FFF2-40B4-BE49-F238E27FC236}">
                <a16:creationId xmlns:a16="http://schemas.microsoft.com/office/drawing/2014/main" id="{EA71EB9A-AFE7-F3C9-5167-0954EACFD5BC}"/>
              </a:ext>
            </a:extLst>
          </p:cNvPr>
          <p:cNvSpPr>
            <a:spLocks noGrp="1"/>
          </p:cNvSpPr>
          <p:nvPr>
            <p:ph sz="quarter" idx="10" hasCustomPrompt="1"/>
          </p:nvPr>
        </p:nvSpPr>
        <p:spPr>
          <a:xfrm>
            <a:off x="188844" y="947058"/>
            <a:ext cx="11668194" cy="5474824"/>
          </a:xfrm>
          <a:prstGeom prst="rect">
            <a:avLst/>
          </a:prstGeom>
        </p:spPr>
        <p:txBody>
          <a:bodyPr/>
          <a:lstStyle>
            <a:lvl1pPr marL="285750" indent="-285750">
              <a:lnSpc>
                <a:spcPct val="120000"/>
              </a:lnSpc>
              <a:spcBef>
                <a:spcPts val="0"/>
              </a:spcBef>
              <a:spcAft>
                <a:spcPts val="0"/>
              </a:spcAft>
              <a:buFont typeface="Arial" panose="020B0604020202020204" pitchFamily="34" charset="0"/>
              <a:buChar char="•"/>
              <a:defRPr sz="1800" b="0" i="0">
                <a:latin typeface="Yu Gothic Medium" panose="020B0400000000000000" pitchFamily="34" charset="-128"/>
                <a:ea typeface="Yu Gothic Medium" panose="020B0400000000000000" pitchFamily="34" charset="-128"/>
              </a:defRPr>
            </a:lvl1pPr>
            <a:lvl2pPr marL="742950" indent="-285750">
              <a:lnSpc>
                <a:spcPct val="120000"/>
              </a:lnSpc>
              <a:spcBef>
                <a:spcPts val="600"/>
              </a:spcBef>
              <a:spcAft>
                <a:spcPts val="600"/>
              </a:spcAft>
              <a:buFont typeface="Arial" panose="020B0604020202020204" pitchFamily="34" charset="0"/>
              <a:buChar char="•"/>
              <a:defRPr sz="1800" b="0">
                <a:latin typeface="游ゴシック Medium" panose="020B0500000000000000" pitchFamily="50" charset="-128"/>
                <a:ea typeface="游ゴシック Medium" panose="020B0500000000000000" pitchFamily="50" charset="-128"/>
              </a:defRPr>
            </a:lvl2pPr>
            <a:lvl3pPr marL="1200150" indent="-285750">
              <a:lnSpc>
                <a:spcPct val="120000"/>
              </a:lnSpc>
              <a:buFont typeface="Arial" panose="020B0604020202020204" pitchFamily="34" charset="0"/>
              <a:buChar char="•"/>
              <a:defRPr sz="1800">
                <a:latin typeface="游ゴシック Medium" panose="020B0500000000000000" pitchFamily="50" charset="-128"/>
                <a:ea typeface="游ゴシック Medium" panose="020B0500000000000000" pitchFamily="50" charset="-128"/>
              </a:defRPr>
            </a:lvl3pPr>
            <a:lvl4pPr marL="17145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4pPr>
            <a:lvl5pPr marL="21717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5pPr>
            <a:lvl6pPr>
              <a:defRPr>
                <a:latin typeface="游ゴシック Medium" panose="020B0500000000000000" pitchFamily="50" charset="-128"/>
                <a:ea typeface="游ゴシック Medium" panose="020B0500000000000000" pitchFamily="50" charset="-128"/>
              </a:defRPr>
            </a:lvl6pPr>
            <a:lvl7pPr>
              <a:defRPr>
                <a:latin typeface="游ゴシック Medium" panose="020B0500000000000000" pitchFamily="50" charset="-128"/>
                <a:ea typeface="游ゴシック Medium" panose="020B0500000000000000" pitchFamily="50" charset="-128"/>
              </a:defRPr>
            </a:lvl7pPr>
            <a:lvl8pPr>
              <a:defRPr>
                <a:latin typeface="游ゴシック Medium" panose="020B0500000000000000" pitchFamily="50" charset="-128"/>
                <a:ea typeface="游ゴシック Medium" panose="020B0500000000000000" pitchFamily="50" charset="-128"/>
              </a:defRPr>
            </a:lvl8pPr>
            <a:lvl9pPr>
              <a:defRPr>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0"/>
            <a:endParaRPr kumimoji="1" lang="en-US" altLang="ja-JP" dirty="0"/>
          </a:p>
          <a:p>
            <a:pPr lvl="1"/>
            <a:endParaRPr kumimoji="1" lang="en-US" altLang="ja-JP" dirty="0">
              <a:latin typeface="+mn-ea"/>
              <a:ea typeface="+mn-ea"/>
            </a:endParaRPr>
          </a:p>
        </p:txBody>
      </p:sp>
    </p:spTree>
    <p:extLst>
      <p:ext uri="{BB962C8B-B14F-4D97-AF65-F5344CB8AC3E}">
        <p14:creationId xmlns:p14="http://schemas.microsoft.com/office/powerpoint/2010/main" val="11862067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コンテンツ2-1">
    <p:spTree>
      <p:nvGrpSpPr>
        <p:cNvPr id="1" name=""/>
        <p:cNvGrpSpPr/>
        <p:nvPr/>
      </p:nvGrpSpPr>
      <p:grpSpPr>
        <a:xfrm>
          <a:off x="0" y="0"/>
          <a:ext cx="0" cy="0"/>
          <a:chOff x="0" y="0"/>
          <a:chExt cx="0" cy="0"/>
        </a:xfrm>
      </p:grpSpPr>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4" y="305018"/>
            <a:ext cx="8941904"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dirty="0"/>
              <a:t>/Bold</a:t>
            </a:r>
            <a:endParaRPr kumimoji="1" lang="ja-JP" altLang="en-US"/>
          </a:p>
        </p:txBody>
      </p:sp>
      <p:sp>
        <p:nvSpPr>
          <p:cNvPr id="7" name="スライド番号プレースホルダー 6">
            <a:extLst>
              <a:ext uri="{FF2B5EF4-FFF2-40B4-BE49-F238E27FC236}">
                <a16:creationId xmlns:a16="http://schemas.microsoft.com/office/drawing/2014/main" id="{B002B0F8-6464-F50B-878B-38EED79D494A}"/>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2" name="正方形/長方形 1">
            <a:extLst>
              <a:ext uri="{FF2B5EF4-FFF2-40B4-BE49-F238E27FC236}">
                <a16:creationId xmlns:a16="http://schemas.microsoft.com/office/drawing/2014/main" id="{1108FD7B-9622-6750-A983-348138413EC9}"/>
              </a:ext>
            </a:extLst>
          </p:cNvPr>
          <p:cNvSpPr/>
          <p:nvPr userDrawn="1"/>
        </p:nvSpPr>
        <p:spPr>
          <a:xfrm>
            <a:off x="1" y="-2421"/>
            <a:ext cx="12192000" cy="87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4" name="図 3">
            <a:extLst>
              <a:ext uri="{FF2B5EF4-FFF2-40B4-BE49-F238E27FC236}">
                <a16:creationId xmlns:a16="http://schemas.microsoft.com/office/drawing/2014/main" id="{E8ABFC63-59DC-59D8-07F3-F0CB7C1BA821}"/>
              </a:ext>
            </a:extLst>
          </p:cNvPr>
          <p:cNvPicPr>
            <a:picLocks noChangeAspect="1"/>
          </p:cNvPicPr>
          <p:nvPr userDrawn="1"/>
        </p:nvPicPr>
        <p:blipFill>
          <a:blip r:embed="rId2"/>
          <a:stretch>
            <a:fillRect/>
          </a:stretch>
        </p:blipFill>
        <p:spPr>
          <a:xfrm>
            <a:off x="9844955" y="344645"/>
            <a:ext cx="2160000" cy="438661"/>
          </a:xfrm>
          <a:prstGeom prst="rect">
            <a:avLst/>
          </a:prstGeom>
        </p:spPr>
      </p:pic>
      <p:sp>
        <p:nvSpPr>
          <p:cNvPr id="3" name="コンテンツ プレースホルダー 8">
            <a:extLst>
              <a:ext uri="{FF2B5EF4-FFF2-40B4-BE49-F238E27FC236}">
                <a16:creationId xmlns:a16="http://schemas.microsoft.com/office/drawing/2014/main" id="{D3B28D76-F95B-F94B-C8D6-1BC0750235CC}"/>
              </a:ext>
            </a:extLst>
          </p:cNvPr>
          <p:cNvSpPr>
            <a:spLocks noGrp="1"/>
          </p:cNvSpPr>
          <p:nvPr>
            <p:ph sz="quarter" idx="10" hasCustomPrompt="1"/>
          </p:nvPr>
        </p:nvSpPr>
        <p:spPr>
          <a:xfrm>
            <a:off x="188844" y="947058"/>
            <a:ext cx="11668194" cy="1507068"/>
          </a:xfrm>
          <a:prstGeom prst="rect">
            <a:avLst/>
          </a:prstGeom>
        </p:spPr>
        <p:txBody>
          <a:bodyPr/>
          <a:lstStyle>
            <a:lvl1pPr marL="0" indent="0">
              <a:lnSpc>
                <a:spcPct val="120000"/>
              </a:lnSpc>
              <a:spcBef>
                <a:spcPts val="0"/>
              </a:spcBef>
              <a:spcAft>
                <a:spcPts val="0"/>
              </a:spcAft>
              <a:buFont typeface="Arial" panose="020B0604020202020204" pitchFamily="34" charset="0"/>
              <a:buNone/>
              <a:defRPr sz="2400" b="1">
                <a:latin typeface="+mn-ea"/>
                <a:ea typeface="+mn-ea"/>
              </a:defRPr>
            </a:lvl1pPr>
            <a:lvl2pPr marL="457200" indent="0">
              <a:lnSpc>
                <a:spcPct val="120000"/>
              </a:lnSpc>
              <a:spcBef>
                <a:spcPts val="600"/>
              </a:spcBef>
              <a:spcAft>
                <a:spcPts val="600"/>
              </a:spcAft>
              <a:buFont typeface="Arial" panose="020B0604020202020204" pitchFamily="34" charset="0"/>
              <a:buNone/>
              <a:defRPr sz="2000" b="1">
                <a:latin typeface="+mn-ea"/>
                <a:ea typeface="+mn-ea"/>
              </a:defRPr>
            </a:lvl2pPr>
            <a:lvl3pPr marL="914400" indent="0">
              <a:lnSpc>
                <a:spcPct val="120000"/>
              </a:lnSpc>
              <a:buFont typeface="Arial" panose="020B0604020202020204" pitchFamily="34" charset="0"/>
              <a:buNone/>
              <a:defRPr b="1">
                <a:latin typeface="+mn-ea"/>
                <a:ea typeface="+mn-ea"/>
              </a:defRPr>
            </a:lvl3pPr>
            <a:lvl4pPr marL="1371600" indent="0">
              <a:lnSpc>
                <a:spcPct val="120000"/>
              </a:lnSpc>
              <a:buFont typeface="Arial" panose="020B0604020202020204" pitchFamily="34" charset="0"/>
              <a:buNone/>
              <a:defRPr b="1">
                <a:latin typeface="+mn-ea"/>
                <a:ea typeface="+mn-ea"/>
              </a:defRPr>
            </a:lvl4pPr>
            <a:lvl5pPr marL="1828800" indent="0">
              <a:lnSpc>
                <a:spcPct val="120000"/>
              </a:lnSpc>
              <a:buFont typeface="Arial" panose="020B0604020202020204" pitchFamily="34" charset="0"/>
              <a:buNone/>
              <a:defRPr b="1">
                <a:latin typeface="+mn-ea"/>
                <a:ea typeface="+mn-ea"/>
              </a:defRPr>
            </a:lvl5pPr>
            <a:lvl6pPr marL="2286000" indent="0">
              <a:buFont typeface="Arial" panose="020B0604020202020204" pitchFamily="34" charset="0"/>
              <a:buNone/>
              <a:defRPr b="1">
                <a:latin typeface="+mn-ea"/>
                <a:ea typeface="+mn-ea"/>
              </a:defRPr>
            </a:lvl6pPr>
            <a:lvl7pPr marL="2743200" indent="0">
              <a:buFont typeface="Arial" panose="020B0604020202020204" pitchFamily="34" charset="0"/>
              <a:buNone/>
              <a:defRPr b="1">
                <a:latin typeface="+mn-ea"/>
                <a:ea typeface="+mn-ea"/>
              </a:defRPr>
            </a:lvl7pPr>
            <a:lvl8pPr marL="3200400" indent="0">
              <a:buFont typeface="Arial" panose="020B0604020202020204" pitchFamily="34" charset="0"/>
              <a:buNone/>
              <a:defRPr b="1">
                <a:latin typeface="+mn-ea"/>
                <a:ea typeface="+mn-ea"/>
              </a:defRPr>
            </a:lvl8pPr>
            <a:lvl9pPr marL="3657600" indent="0">
              <a:buFont typeface="Arial" panose="020B0604020202020204" pitchFamily="34" charset="0"/>
              <a:buNone/>
              <a:defRPr b="1">
                <a:latin typeface="+mn-ea"/>
                <a:ea typeface="+mn-ea"/>
              </a:defRPr>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t>小見出し</a:t>
            </a:r>
            <a:endParaRPr kumimoji="1" lang="en-US" altLang="ja-JP" dirty="0"/>
          </a:p>
          <a:p>
            <a:pPr lvl="4"/>
            <a:r>
              <a:rPr kumimoji="1" lang="ja-JP" altLang="en-US" dirty="0"/>
              <a:t>小見出し</a:t>
            </a:r>
            <a:endParaRPr kumimoji="1" lang="en-US" altLang="ja-JP" dirty="0"/>
          </a:p>
          <a:p>
            <a:pPr lvl="5"/>
            <a:r>
              <a:rPr kumimoji="1" lang="ja-JP" altLang="en-US" dirty="0"/>
              <a:t>小見出し</a:t>
            </a:r>
            <a:endParaRPr kumimoji="1" lang="en-US" altLang="ja-JP" dirty="0"/>
          </a:p>
          <a:p>
            <a:pPr lvl="6"/>
            <a:r>
              <a:rPr kumimoji="1" lang="ja-JP" altLang="en-US" dirty="0"/>
              <a:t>小見出し</a:t>
            </a:r>
            <a:endParaRPr kumimoji="1" lang="en-US" altLang="ja-JP" dirty="0"/>
          </a:p>
          <a:p>
            <a:pPr lvl="7"/>
            <a:r>
              <a:rPr kumimoji="1" lang="ja-JP" altLang="en-US" dirty="0"/>
              <a:t>小見出し</a:t>
            </a:r>
            <a:endParaRPr kumimoji="1" lang="en-US" altLang="ja-JP" dirty="0"/>
          </a:p>
          <a:p>
            <a:pPr lvl="8"/>
            <a:r>
              <a:rPr kumimoji="1" lang="ja-JP" altLang="en-US" dirty="0"/>
              <a:t>小見出し</a:t>
            </a:r>
            <a:endParaRPr kumimoji="1" lang="en-US" altLang="ja-JP" dirty="0"/>
          </a:p>
          <a:p>
            <a:pPr lvl="0"/>
            <a:endParaRPr kumimoji="1" lang="en-US" altLang="ja-JP" dirty="0"/>
          </a:p>
          <a:p>
            <a:pPr lvl="8"/>
            <a:endParaRPr kumimoji="1" lang="en-US" altLang="ja-JP" dirty="0">
              <a:latin typeface="+mn-ea"/>
              <a:ea typeface="+mn-ea"/>
            </a:endParaRPr>
          </a:p>
        </p:txBody>
      </p:sp>
    </p:spTree>
    <p:extLst>
      <p:ext uri="{BB962C8B-B14F-4D97-AF65-F5344CB8AC3E}">
        <p14:creationId xmlns:p14="http://schemas.microsoft.com/office/powerpoint/2010/main" val="12680072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コンテンツ2-2">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 y="-2421"/>
            <a:ext cx="12192000" cy="87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3" name="図 2">
            <a:extLst>
              <a:ext uri="{FF2B5EF4-FFF2-40B4-BE49-F238E27FC236}">
                <a16:creationId xmlns:a16="http://schemas.microsoft.com/office/drawing/2014/main" id="{05DC1476-CC62-5D3A-80A7-BE6321386036}"/>
              </a:ext>
            </a:extLst>
          </p:cNvPr>
          <p:cNvPicPr>
            <a:picLocks noChangeAspect="1"/>
          </p:cNvPicPr>
          <p:nvPr userDrawn="1"/>
        </p:nvPicPr>
        <p:blipFill>
          <a:blip r:embed="rId2"/>
          <a:stretch>
            <a:fillRect/>
          </a:stretch>
        </p:blipFill>
        <p:spPr>
          <a:xfrm>
            <a:off x="9844955" y="344645"/>
            <a:ext cx="2160000" cy="438661"/>
          </a:xfrm>
          <a:prstGeom prst="rect">
            <a:avLst/>
          </a:prstGeom>
        </p:spPr>
      </p:pic>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4" y="305018"/>
            <a:ext cx="8941904"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dirty="0"/>
              <a:t>/Bold</a:t>
            </a:r>
            <a:endParaRPr kumimoji="1" lang="ja-JP" altLang="en-US"/>
          </a:p>
        </p:txBody>
      </p:sp>
      <p:sp>
        <p:nvSpPr>
          <p:cNvPr id="7" name="スライド番号プレースホルダー 6">
            <a:extLst>
              <a:ext uri="{FF2B5EF4-FFF2-40B4-BE49-F238E27FC236}">
                <a16:creationId xmlns:a16="http://schemas.microsoft.com/office/drawing/2014/main" id="{B002B0F8-6464-F50B-878B-38EED79D494A}"/>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2" name="コンテンツ プレースホルダー 8">
            <a:extLst>
              <a:ext uri="{FF2B5EF4-FFF2-40B4-BE49-F238E27FC236}">
                <a16:creationId xmlns:a16="http://schemas.microsoft.com/office/drawing/2014/main" id="{14D2D2E6-1180-C1EA-1064-AD51276426BF}"/>
              </a:ext>
            </a:extLst>
          </p:cNvPr>
          <p:cNvSpPr>
            <a:spLocks noGrp="1"/>
          </p:cNvSpPr>
          <p:nvPr>
            <p:ph sz="quarter" idx="10" hasCustomPrompt="1"/>
          </p:nvPr>
        </p:nvSpPr>
        <p:spPr>
          <a:xfrm>
            <a:off x="188844" y="947058"/>
            <a:ext cx="11668194" cy="5474824"/>
          </a:xfrm>
          <a:prstGeom prst="rect">
            <a:avLst/>
          </a:prstGeom>
        </p:spPr>
        <p:txBody>
          <a:bodyPr/>
          <a:lstStyle>
            <a:lvl1pPr marL="285750" indent="-285750">
              <a:lnSpc>
                <a:spcPct val="120000"/>
              </a:lnSpc>
              <a:spcBef>
                <a:spcPts val="0"/>
              </a:spcBef>
              <a:spcAft>
                <a:spcPts val="0"/>
              </a:spcAft>
              <a:buFont typeface="Arial" panose="020B0604020202020204" pitchFamily="34" charset="0"/>
              <a:buChar char="•"/>
              <a:defRPr sz="1800" b="0" i="0">
                <a:latin typeface="Yu Gothic Medium" panose="020B0400000000000000" pitchFamily="34" charset="-128"/>
                <a:ea typeface="Yu Gothic Medium" panose="020B0400000000000000" pitchFamily="34" charset="-128"/>
              </a:defRPr>
            </a:lvl1pPr>
            <a:lvl2pPr marL="742950" indent="-285750">
              <a:lnSpc>
                <a:spcPct val="120000"/>
              </a:lnSpc>
              <a:spcBef>
                <a:spcPts val="600"/>
              </a:spcBef>
              <a:spcAft>
                <a:spcPts val="600"/>
              </a:spcAft>
              <a:buFont typeface="Arial" panose="020B0604020202020204" pitchFamily="34" charset="0"/>
              <a:buChar char="•"/>
              <a:defRPr sz="1800" b="0">
                <a:latin typeface="游ゴシック Medium" panose="020B0500000000000000" pitchFamily="50" charset="-128"/>
                <a:ea typeface="游ゴシック Medium" panose="020B0500000000000000" pitchFamily="50" charset="-128"/>
              </a:defRPr>
            </a:lvl2pPr>
            <a:lvl3pPr marL="1200150" indent="-285750">
              <a:lnSpc>
                <a:spcPct val="120000"/>
              </a:lnSpc>
              <a:buFont typeface="Arial" panose="020B0604020202020204" pitchFamily="34" charset="0"/>
              <a:buChar char="•"/>
              <a:defRPr sz="1800">
                <a:latin typeface="游ゴシック Medium" panose="020B0500000000000000" pitchFamily="50" charset="-128"/>
                <a:ea typeface="游ゴシック Medium" panose="020B0500000000000000" pitchFamily="50" charset="-128"/>
              </a:defRPr>
            </a:lvl3pPr>
            <a:lvl4pPr marL="17145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4pPr>
            <a:lvl5pPr marL="21717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5pPr>
            <a:lvl6pPr>
              <a:defRPr>
                <a:latin typeface="游ゴシック Medium" panose="020B0500000000000000" pitchFamily="50" charset="-128"/>
                <a:ea typeface="游ゴシック Medium" panose="020B0500000000000000" pitchFamily="50" charset="-128"/>
              </a:defRPr>
            </a:lvl6pPr>
            <a:lvl7pPr>
              <a:defRPr>
                <a:latin typeface="游ゴシック Medium" panose="020B0500000000000000" pitchFamily="50" charset="-128"/>
                <a:ea typeface="游ゴシック Medium" panose="020B0500000000000000" pitchFamily="50" charset="-128"/>
              </a:defRPr>
            </a:lvl7pPr>
            <a:lvl8pPr>
              <a:defRPr>
                <a:latin typeface="游ゴシック Medium" panose="020B0500000000000000" pitchFamily="50" charset="-128"/>
                <a:ea typeface="游ゴシック Medium" panose="020B0500000000000000" pitchFamily="50" charset="-128"/>
              </a:defRPr>
            </a:lvl8pPr>
            <a:lvl9pPr>
              <a:defRPr>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0"/>
            <a:endParaRPr kumimoji="1" lang="en-US" altLang="ja-JP" dirty="0"/>
          </a:p>
          <a:p>
            <a:pPr lvl="1"/>
            <a:endParaRPr kumimoji="1" lang="en-US" altLang="ja-JP" dirty="0">
              <a:latin typeface="+mn-ea"/>
              <a:ea typeface="+mn-ea"/>
            </a:endParaRPr>
          </a:p>
        </p:txBody>
      </p:sp>
    </p:spTree>
    <p:extLst>
      <p:ext uri="{BB962C8B-B14F-4D97-AF65-F5344CB8AC3E}">
        <p14:creationId xmlns:p14="http://schemas.microsoft.com/office/powerpoint/2010/main" val="8019086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コンテンツ2-3">
    <p:spTree>
      <p:nvGrpSpPr>
        <p:cNvPr id="1" name=""/>
        <p:cNvGrpSpPr/>
        <p:nvPr/>
      </p:nvGrpSpPr>
      <p:grpSpPr>
        <a:xfrm>
          <a:off x="0" y="0"/>
          <a:ext cx="0" cy="0"/>
          <a:chOff x="0" y="0"/>
          <a:chExt cx="0" cy="0"/>
        </a:xfrm>
      </p:grpSpPr>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3" y="305018"/>
            <a:ext cx="10075611" cy="509518"/>
          </a:xfrm>
          <a:prstGeom prst="rect">
            <a:avLst/>
          </a:prstGeom>
        </p:spPr>
        <p:txBody>
          <a:bodyPr/>
          <a:lstStyle>
            <a:lvl1pPr>
              <a:defRPr sz="3600" b="1" i="0">
                <a:solidFill>
                  <a:schemeClr val="tx2"/>
                </a:solidFill>
                <a:latin typeface="+mn-ea"/>
                <a:ea typeface="+mn-ea"/>
              </a:defRPr>
            </a:lvl1pPr>
          </a:lstStyle>
          <a:p>
            <a:r>
              <a:rPr kumimoji="1" lang="ja-JP" altLang="en-US"/>
              <a:t>タイトル</a:t>
            </a:r>
            <a:r>
              <a:rPr kumimoji="1" lang="en-US" altLang="ja-JP"/>
              <a:t>  </a:t>
            </a:r>
            <a:r>
              <a:rPr kumimoji="1" lang="ja-JP" altLang="en-US"/>
              <a:t>　游ゴシック</a:t>
            </a:r>
            <a:r>
              <a:rPr kumimoji="1" lang="en-US" altLang="ja-JP"/>
              <a:t>/Bold</a:t>
            </a:r>
            <a:endParaRPr kumimoji="1" lang="ja-JP" altLang="en-US"/>
          </a:p>
        </p:txBody>
      </p:sp>
      <p:pic>
        <p:nvPicPr>
          <p:cNvPr id="10" name="図 9">
            <a:extLst>
              <a:ext uri="{FF2B5EF4-FFF2-40B4-BE49-F238E27FC236}">
                <a16:creationId xmlns:a16="http://schemas.microsoft.com/office/drawing/2014/main" id="{C60F71B0-097D-0526-6259-1570A078902D}"/>
              </a:ext>
            </a:extLst>
          </p:cNvPr>
          <p:cNvPicPr>
            <a:picLocks noChangeAspect="1"/>
          </p:cNvPicPr>
          <p:nvPr userDrawn="1"/>
        </p:nvPicPr>
        <p:blipFill>
          <a:blip r:embed="rId2"/>
          <a:stretch>
            <a:fillRect/>
          </a:stretch>
        </p:blipFill>
        <p:spPr>
          <a:xfrm>
            <a:off x="10663518" y="250516"/>
            <a:ext cx="1193520" cy="566336"/>
          </a:xfrm>
          <a:prstGeom prst="rect">
            <a:avLst/>
          </a:prstGeom>
        </p:spPr>
      </p:pic>
      <p:sp>
        <p:nvSpPr>
          <p:cNvPr id="7" name="スライド番号プレースホルダー 6">
            <a:extLst>
              <a:ext uri="{FF2B5EF4-FFF2-40B4-BE49-F238E27FC236}">
                <a16:creationId xmlns:a16="http://schemas.microsoft.com/office/drawing/2014/main" id="{064B3119-48C0-8E01-AE32-E71441756020}"/>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2" name="正方形/長方形 1">
            <a:extLst>
              <a:ext uri="{FF2B5EF4-FFF2-40B4-BE49-F238E27FC236}">
                <a16:creationId xmlns:a16="http://schemas.microsoft.com/office/drawing/2014/main" id="{55A7F55F-BF45-81CB-D2FE-5C7F3F29EDE6}"/>
              </a:ext>
            </a:extLst>
          </p:cNvPr>
          <p:cNvSpPr/>
          <p:nvPr userDrawn="1"/>
        </p:nvSpPr>
        <p:spPr>
          <a:xfrm>
            <a:off x="1" y="-2421"/>
            <a:ext cx="12192000" cy="87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3" name="コンテンツ プレースホルダー 8">
            <a:extLst>
              <a:ext uri="{FF2B5EF4-FFF2-40B4-BE49-F238E27FC236}">
                <a16:creationId xmlns:a16="http://schemas.microsoft.com/office/drawing/2014/main" id="{761E4339-D633-1B48-645B-157DEE624E0F}"/>
              </a:ext>
            </a:extLst>
          </p:cNvPr>
          <p:cNvSpPr>
            <a:spLocks noGrp="1"/>
          </p:cNvSpPr>
          <p:nvPr>
            <p:ph sz="quarter" idx="10" hasCustomPrompt="1"/>
          </p:nvPr>
        </p:nvSpPr>
        <p:spPr>
          <a:xfrm>
            <a:off x="188844" y="947058"/>
            <a:ext cx="11668194" cy="1507068"/>
          </a:xfrm>
          <a:prstGeom prst="rect">
            <a:avLst/>
          </a:prstGeom>
        </p:spPr>
        <p:txBody>
          <a:bodyPr/>
          <a:lstStyle>
            <a:lvl1pPr marL="0" indent="0">
              <a:lnSpc>
                <a:spcPct val="120000"/>
              </a:lnSpc>
              <a:spcBef>
                <a:spcPts val="0"/>
              </a:spcBef>
              <a:spcAft>
                <a:spcPts val="0"/>
              </a:spcAft>
              <a:buFont typeface="+mj-lt"/>
              <a:buNone/>
              <a:defRPr sz="2400" b="1">
                <a:latin typeface="+mn-ea"/>
                <a:ea typeface="+mn-ea"/>
              </a:defRPr>
            </a:lvl1pPr>
            <a:lvl2pPr marL="457200" indent="0">
              <a:lnSpc>
                <a:spcPct val="120000"/>
              </a:lnSpc>
              <a:spcBef>
                <a:spcPts val="600"/>
              </a:spcBef>
              <a:spcAft>
                <a:spcPts val="600"/>
              </a:spcAft>
              <a:buFont typeface="+mj-lt"/>
              <a:buNone/>
              <a:defRPr sz="2000" b="1">
                <a:latin typeface="+mn-ea"/>
                <a:ea typeface="+mn-ea"/>
              </a:defRPr>
            </a:lvl2pPr>
            <a:lvl3pPr marL="914400" indent="0">
              <a:lnSpc>
                <a:spcPct val="120000"/>
              </a:lnSpc>
              <a:buFont typeface="+mj-lt"/>
              <a:buNone/>
              <a:defRPr b="1">
                <a:latin typeface="+mn-ea"/>
                <a:ea typeface="+mn-ea"/>
              </a:defRPr>
            </a:lvl3pPr>
            <a:lvl4pPr marL="1371600" indent="0">
              <a:lnSpc>
                <a:spcPct val="120000"/>
              </a:lnSpc>
              <a:buFont typeface="+mj-lt"/>
              <a:buNone/>
              <a:defRPr b="1">
                <a:latin typeface="+mn-ea"/>
                <a:ea typeface="+mn-ea"/>
              </a:defRPr>
            </a:lvl4pPr>
            <a:lvl5pPr marL="1828800" indent="0">
              <a:lnSpc>
                <a:spcPct val="120000"/>
              </a:lnSpc>
              <a:buFont typeface="+mj-lt"/>
              <a:buNone/>
              <a:defRPr kumimoji="1" lang="en-US" altLang="ja-JP" b="1" smtClean="0">
                <a:latin typeface="+mn-ea"/>
              </a:defRPr>
            </a:lvl5pPr>
            <a:lvl6pPr marL="2286000" indent="0">
              <a:buNone/>
              <a:defRPr b="1"/>
            </a:lvl6pPr>
            <a:lvl7pPr marL="2743200" indent="0">
              <a:buNone/>
              <a:defRPr b="1"/>
            </a:lvl7pPr>
            <a:lvl8pPr marL="3200400" indent="0">
              <a:buNone/>
              <a:defRPr b="1"/>
            </a:lvl8pPr>
            <a:lvl9pPr marL="3657600" indent="0">
              <a:buNone/>
              <a:defRPr b="1"/>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latin typeface="+mn-ea"/>
                <a:ea typeface="+mn-ea"/>
              </a:rPr>
              <a:t>小見出し</a:t>
            </a:r>
            <a:endParaRPr kumimoji="1" lang="en-US" altLang="ja-JP" dirty="0">
              <a:latin typeface="+mn-ea"/>
              <a:ea typeface="+mn-ea"/>
            </a:endParaRPr>
          </a:p>
          <a:p>
            <a:pPr lvl="4"/>
            <a:r>
              <a:rPr kumimoji="1" lang="ja-JP" altLang="en-US" dirty="0">
                <a:latin typeface="+mn-ea"/>
                <a:ea typeface="+mn-ea"/>
              </a:rPr>
              <a:t>小見出し</a:t>
            </a:r>
            <a:endParaRPr kumimoji="1" lang="en-US" altLang="ja-JP" dirty="0">
              <a:latin typeface="+mn-ea"/>
              <a:ea typeface="+mn-ea"/>
            </a:endParaRPr>
          </a:p>
          <a:p>
            <a:pPr lvl="5"/>
            <a:r>
              <a:rPr kumimoji="1" lang="ja-JP" altLang="en-US" dirty="0">
                <a:latin typeface="+mn-ea"/>
                <a:ea typeface="+mn-ea"/>
              </a:rPr>
              <a:t>小見出し</a:t>
            </a:r>
            <a:endParaRPr kumimoji="1" lang="en-US" altLang="ja-JP" dirty="0">
              <a:latin typeface="+mn-ea"/>
              <a:ea typeface="+mn-ea"/>
            </a:endParaRPr>
          </a:p>
          <a:p>
            <a:pPr lvl="6"/>
            <a:r>
              <a:rPr kumimoji="1" lang="ja-JP" altLang="en-US" dirty="0">
                <a:latin typeface="+mn-ea"/>
                <a:ea typeface="+mn-ea"/>
              </a:rPr>
              <a:t>小見出し</a:t>
            </a:r>
            <a:endParaRPr kumimoji="1" lang="en-US" altLang="ja-JP" dirty="0">
              <a:latin typeface="+mn-ea"/>
              <a:ea typeface="+mn-ea"/>
            </a:endParaRPr>
          </a:p>
          <a:p>
            <a:pPr lvl="7"/>
            <a:r>
              <a:rPr kumimoji="1" lang="ja-JP" altLang="en-US" dirty="0">
                <a:latin typeface="+mn-ea"/>
                <a:ea typeface="+mn-ea"/>
              </a:rPr>
              <a:t>小見出し</a:t>
            </a:r>
            <a:endParaRPr kumimoji="1" lang="en-US" altLang="ja-JP" dirty="0">
              <a:latin typeface="+mn-ea"/>
              <a:ea typeface="+mn-ea"/>
            </a:endParaRPr>
          </a:p>
          <a:p>
            <a:pPr lvl="8"/>
            <a:r>
              <a:rPr kumimoji="1" lang="ja-JP" altLang="en-US" dirty="0">
                <a:latin typeface="+mn-ea"/>
                <a:ea typeface="+mn-ea"/>
              </a:rPr>
              <a:t>小見出し</a:t>
            </a:r>
            <a:endParaRPr kumimoji="1" lang="en-US" altLang="ja-JP" dirty="0">
              <a:latin typeface="+mn-ea"/>
              <a:ea typeface="+mn-ea"/>
            </a:endParaRPr>
          </a:p>
        </p:txBody>
      </p:sp>
    </p:spTree>
    <p:extLst>
      <p:ext uri="{BB962C8B-B14F-4D97-AF65-F5344CB8AC3E}">
        <p14:creationId xmlns:p14="http://schemas.microsoft.com/office/powerpoint/2010/main" val="15726747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コンテンツ2-4">
    <p:spTree>
      <p:nvGrpSpPr>
        <p:cNvPr id="1" name=""/>
        <p:cNvGrpSpPr/>
        <p:nvPr/>
      </p:nvGrpSpPr>
      <p:grpSpPr>
        <a:xfrm>
          <a:off x="0" y="0"/>
          <a:ext cx="0" cy="0"/>
          <a:chOff x="0" y="0"/>
          <a:chExt cx="0" cy="0"/>
        </a:xfrm>
      </p:grpSpPr>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3" y="305018"/>
            <a:ext cx="10075611"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dirty="0"/>
              <a:t>/Bold</a:t>
            </a:r>
            <a:endParaRPr kumimoji="1" lang="ja-JP" altLang="en-US"/>
          </a:p>
        </p:txBody>
      </p:sp>
      <p:pic>
        <p:nvPicPr>
          <p:cNvPr id="10" name="図 9">
            <a:extLst>
              <a:ext uri="{FF2B5EF4-FFF2-40B4-BE49-F238E27FC236}">
                <a16:creationId xmlns:a16="http://schemas.microsoft.com/office/drawing/2014/main" id="{C60F71B0-097D-0526-6259-1570A078902D}"/>
              </a:ext>
            </a:extLst>
          </p:cNvPr>
          <p:cNvPicPr>
            <a:picLocks noChangeAspect="1"/>
          </p:cNvPicPr>
          <p:nvPr userDrawn="1"/>
        </p:nvPicPr>
        <p:blipFill>
          <a:blip r:embed="rId2"/>
          <a:stretch>
            <a:fillRect/>
          </a:stretch>
        </p:blipFill>
        <p:spPr>
          <a:xfrm>
            <a:off x="10668398" y="250516"/>
            <a:ext cx="1188639" cy="564020"/>
          </a:xfrm>
          <a:prstGeom prst="rect">
            <a:avLst/>
          </a:prstGeom>
        </p:spPr>
      </p:pic>
      <p:sp>
        <p:nvSpPr>
          <p:cNvPr id="7" name="スライド番号プレースホルダー 6">
            <a:extLst>
              <a:ext uri="{FF2B5EF4-FFF2-40B4-BE49-F238E27FC236}">
                <a16:creationId xmlns:a16="http://schemas.microsoft.com/office/drawing/2014/main" id="{064B3119-48C0-8E01-AE32-E71441756020}"/>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3" name="正方形/長方形 2">
            <a:extLst>
              <a:ext uri="{FF2B5EF4-FFF2-40B4-BE49-F238E27FC236}">
                <a16:creationId xmlns:a16="http://schemas.microsoft.com/office/drawing/2014/main" id="{8B3519EF-C712-DB1D-51D4-66F9520AEF08}"/>
              </a:ext>
            </a:extLst>
          </p:cNvPr>
          <p:cNvSpPr/>
          <p:nvPr userDrawn="1"/>
        </p:nvSpPr>
        <p:spPr>
          <a:xfrm>
            <a:off x="1" y="-2421"/>
            <a:ext cx="12192000" cy="87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4" name="コンテンツ プレースホルダー 8">
            <a:extLst>
              <a:ext uri="{FF2B5EF4-FFF2-40B4-BE49-F238E27FC236}">
                <a16:creationId xmlns:a16="http://schemas.microsoft.com/office/drawing/2014/main" id="{EC4BD3DB-5E86-5B16-8A96-C416ADC23793}"/>
              </a:ext>
            </a:extLst>
          </p:cNvPr>
          <p:cNvSpPr>
            <a:spLocks noGrp="1"/>
          </p:cNvSpPr>
          <p:nvPr>
            <p:ph sz="quarter" idx="10" hasCustomPrompt="1"/>
          </p:nvPr>
        </p:nvSpPr>
        <p:spPr>
          <a:xfrm>
            <a:off x="188844" y="947058"/>
            <a:ext cx="11668194" cy="5474824"/>
          </a:xfrm>
          <a:prstGeom prst="rect">
            <a:avLst/>
          </a:prstGeom>
        </p:spPr>
        <p:txBody>
          <a:bodyPr/>
          <a:lstStyle>
            <a:lvl1pPr marL="285750" indent="-285750">
              <a:lnSpc>
                <a:spcPct val="120000"/>
              </a:lnSpc>
              <a:spcBef>
                <a:spcPts val="0"/>
              </a:spcBef>
              <a:spcAft>
                <a:spcPts val="0"/>
              </a:spcAft>
              <a:buFont typeface="Arial" panose="020B0604020202020204" pitchFamily="34" charset="0"/>
              <a:buChar char="•"/>
              <a:defRPr sz="1800" b="0" i="0">
                <a:latin typeface="Yu Gothic Medium" panose="020B0400000000000000" pitchFamily="34" charset="-128"/>
                <a:ea typeface="Yu Gothic Medium" panose="020B0400000000000000" pitchFamily="34" charset="-128"/>
              </a:defRPr>
            </a:lvl1pPr>
            <a:lvl2pPr marL="742950" indent="-285750">
              <a:lnSpc>
                <a:spcPct val="120000"/>
              </a:lnSpc>
              <a:spcBef>
                <a:spcPts val="600"/>
              </a:spcBef>
              <a:spcAft>
                <a:spcPts val="600"/>
              </a:spcAft>
              <a:buFont typeface="Arial" panose="020B0604020202020204" pitchFamily="34" charset="0"/>
              <a:buChar char="•"/>
              <a:defRPr sz="1800" b="0">
                <a:latin typeface="游ゴシック Medium" panose="020B0500000000000000" pitchFamily="50" charset="-128"/>
                <a:ea typeface="游ゴシック Medium" panose="020B0500000000000000" pitchFamily="50" charset="-128"/>
              </a:defRPr>
            </a:lvl2pPr>
            <a:lvl3pPr marL="1200150" indent="-285750">
              <a:lnSpc>
                <a:spcPct val="120000"/>
              </a:lnSpc>
              <a:buFont typeface="Arial" panose="020B0604020202020204" pitchFamily="34" charset="0"/>
              <a:buChar char="•"/>
              <a:defRPr sz="1800">
                <a:latin typeface="游ゴシック Medium" panose="020B0500000000000000" pitchFamily="50" charset="-128"/>
                <a:ea typeface="游ゴシック Medium" panose="020B0500000000000000" pitchFamily="50" charset="-128"/>
              </a:defRPr>
            </a:lvl3pPr>
            <a:lvl4pPr marL="17145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4pPr>
            <a:lvl5pPr marL="21717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5pPr>
            <a:lvl6pPr>
              <a:defRPr>
                <a:latin typeface="游ゴシック Medium" panose="020B0500000000000000" pitchFamily="50" charset="-128"/>
                <a:ea typeface="游ゴシック Medium" panose="020B0500000000000000" pitchFamily="50" charset="-128"/>
              </a:defRPr>
            </a:lvl6pPr>
            <a:lvl7pPr>
              <a:defRPr>
                <a:latin typeface="游ゴシック Medium" panose="020B0500000000000000" pitchFamily="50" charset="-128"/>
                <a:ea typeface="游ゴシック Medium" panose="020B0500000000000000" pitchFamily="50" charset="-128"/>
              </a:defRPr>
            </a:lvl7pPr>
            <a:lvl8pPr>
              <a:defRPr>
                <a:latin typeface="游ゴシック Medium" panose="020B0500000000000000" pitchFamily="50" charset="-128"/>
                <a:ea typeface="游ゴシック Medium" panose="020B0500000000000000" pitchFamily="50" charset="-128"/>
              </a:defRPr>
            </a:lvl8pPr>
            <a:lvl9pPr>
              <a:defRPr>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0"/>
            <a:endParaRPr kumimoji="1" lang="en-US" altLang="ja-JP" dirty="0"/>
          </a:p>
          <a:p>
            <a:pPr lvl="1"/>
            <a:endParaRPr kumimoji="1" lang="en-US" altLang="ja-JP" dirty="0">
              <a:latin typeface="+mn-ea"/>
              <a:ea typeface="+mn-ea"/>
            </a:endParaRPr>
          </a:p>
        </p:txBody>
      </p:sp>
    </p:spTree>
    <p:extLst>
      <p:ext uri="{BB962C8B-B14F-4D97-AF65-F5344CB8AC3E}">
        <p14:creationId xmlns:p14="http://schemas.microsoft.com/office/powerpoint/2010/main" val="37569685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9BB4154-9B11-5B4F-FAB1-50F01BF43C40}"/>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6564649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スライド番号プレースホルダー 5">
            <a:extLst>
              <a:ext uri="{FF2B5EF4-FFF2-40B4-BE49-F238E27FC236}">
                <a16:creationId xmlns:a16="http://schemas.microsoft.com/office/drawing/2014/main" id="{4A882F94-5EAE-CF39-B474-E260417963B1}"/>
              </a:ext>
            </a:extLst>
          </p:cNvPr>
          <p:cNvSpPr>
            <a:spLocks noGrp="1"/>
          </p:cNvSpPr>
          <p:nvPr>
            <p:ph type="sldNum" sz="quarter" idx="4"/>
          </p:nvPr>
        </p:nvSpPr>
        <p:spPr>
          <a:xfrm>
            <a:off x="11476382" y="6599583"/>
            <a:ext cx="646044" cy="245165"/>
          </a:xfrm>
          <a:prstGeom prst="rect">
            <a:avLst/>
          </a:prstGeom>
        </p:spPr>
        <p:txBody>
          <a:bodyPr vert="horz" lIns="91440" tIns="45720" rIns="91440" bIns="45720" rtlCol="0" anchor="ctr"/>
          <a:lstStyle>
            <a:lvl1pPr algn="r">
              <a:defRPr sz="1800" b="0">
                <a:solidFill>
                  <a:schemeClr val="tx2"/>
                </a:solidFill>
              </a:defRPr>
            </a:lvl1p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3120389575"/>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36" r:id="rId3"/>
    <p:sldLayoutId id="2147483724" r:id="rId4"/>
    <p:sldLayoutId id="2147483726" r:id="rId5"/>
    <p:sldLayoutId id="2147483739" r:id="rId6"/>
    <p:sldLayoutId id="2147483748" r:id="rId7"/>
    <p:sldLayoutId id="2147483757" r:id="rId8"/>
    <p:sldLayoutId id="2147483752" r:id="rId9"/>
    <p:sldLayoutId id="2147483729" r:id="rId10"/>
    <p:sldLayoutId id="2147483731" r:id="rId11"/>
    <p:sldLayoutId id="2147483743" r:id="rId12"/>
    <p:sldLayoutId id="2147483764" r:id="rId13"/>
    <p:sldLayoutId id="2147483720" r:id="rId14"/>
    <p:sldLayoutId id="2147483766" r:id="rId15"/>
    <p:sldLayoutId id="2147483765" r:id="rId16"/>
    <p:sldLayoutId id="2147483767" r:id="rId17"/>
    <p:sldLayoutId id="2147483768" r:id="rId18"/>
    <p:sldLayoutId id="2147483769" r:id="rId19"/>
    <p:sldLayoutId id="2147483770" r:id="rId20"/>
    <p:sldLayoutId id="2147483771" r:id="rId21"/>
    <p:sldLayoutId id="2147483695" r:id="rId22"/>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840">
          <p15:clr>
            <a:srgbClr val="F26B43"/>
          </p15:clr>
        </p15:guide>
        <p15:guide id="2" orient="horz" pos="2160">
          <p15:clr>
            <a:srgbClr val="F26B43"/>
          </p15:clr>
        </p15:guide>
        <p15:guide id="3" pos="665">
          <p15:clr>
            <a:srgbClr val="F26B43"/>
          </p15:clr>
        </p15:guide>
        <p15:guide id="4" pos="7015">
          <p15:clr>
            <a:srgbClr val="F26B43"/>
          </p15:clr>
        </p15:guide>
        <p15:guide id="6" orient="horz" pos="3680">
          <p15:clr>
            <a:srgbClr val="F26B43"/>
          </p15:clr>
        </p15:guide>
        <p15:guide id="7" pos="7469">
          <p15:clr>
            <a:srgbClr val="F26B43"/>
          </p15:clr>
        </p15:guide>
        <p15:guide id="8" pos="181">
          <p15:clr>
            <a:srgbClr val="F26B43"/>
          </p15:clr>
        </p15:guide>
        <p15:guide id="9" orient="horz" pos="195">
          <p15:clr>
            <a:srgbClr val="F26B43"/>
          </p15:clr>
        </p15:guide>
        <p15:guide id="10" orient="horz" pos="4125">
          <p15:clr>
            <a:srgbClr val="F26B43"/>
          </p15:clr>
        </p15:guide>
        <p15:guide id="11" pos="363">
          <p15:clr>
            <a:srgbClr val="F26B43"/>
          </p15:clr>
        </p15:guide>
        <p15:guide id="12" pos="7317">
          <p15:clr>
            <a:srgbClr val="F26B43"/>
          </p15:clr>
        </p15:guide>
        <p15:guide id="13" orient="horz" pos="640">
          <p15:clr>
            <a:srgbClr val="F26B43"/>
          </p15:clr>
        </p15:guide>
        <p15:guide id="14" orient="horz" pos="754">
          <p15:clr>
            <a:srgbClr val="F26B43"/>
          </p15:clr>
        </p15:guide>
        <p15:guide id="15" orient="horz" pos="2659">
          <p15:clr>
            <a:srgbClr val="F26B43"/>
          </p15:clr>
        </p15:guide>
        <p15:guide id="16" orient="horz" pos="3566">
          <p15:clr>
            <a:srgbClr val="F26B43"/>
          </p15:clr>
        </p15:guide>
        <p15:guide id="17" orient="horz" pos="1661">
          <p15:clr>
            <a:srgbClr val="F26B43"/>
          </p15:clr>
        </p15:guide>
        <p15:guide id="18" pos="3341">
          <p15:clr>
            <a:srgbClr val="F26B43"/>
          </p15:clr>
        </p15:guide>
        <p15:guide id="19" pos="433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8.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9.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0.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latin typeface="Yu Gothic"/>
                <a:ea typeface="Yu Gothic"/>
                <a:cs typeface="Yu Gothic"/>
              </a:rPr>
              <a:t>120 GPa の ODMR は 474 nm で測るべきである</a:t>
            </a:r>
          </a:p>
        </p:txBody>
      </p:sp>
      <p:sp>
        <p:nvSpPr>
          <p:cNvPr id="3" name="Content Placeholder 2"/>
          <p:cNvSpPr>
            <a:spLocks noGrp="1"/>
          </p:cNvSpPr>
          <p:nvPr>
            <p:ph idx="10" sz="quarter"/>
          </p:nvPr>
        </p:nvSpPr>
        <p:spPr/>
        <p:txBody>
          <a:bodyPr wrap="square"/>
          <a:lstStyle/>
          <a:p>
            <a:r>
              <a:rPr sz="1700">
                <a:latin typeface="Yu Gothic"/>
                <a:ea typeface="Yu Gothic"/>
                <a:cs typeface="Yu Gothic"/>
              </a:rPr>
              <a:t>緑 532 nm 比で感度 ×2.7、磁気マップ取得時間 ×7</a:t>
            </a:r>
          </a:p>
        </p:txBody>
      </p:sp>
      <p:sp>
        <p:nvSpPr>
          <p:cNvPr id="4" name="Content Placeholder 3"/>
          <p:cNvSpPr>
            <a:spLocks noGrp="1"/>
          </p:cNvSpPr>
          <p:nvPr>
            <p:ph idx="11" sz="quarter"/>
          </p:nvPr>
        </p:nvSpPr>
        <p:spPr/>
        <p:txBody>
          <a:bodyPr wrap="square"/>
          <a:lstStyle/>
          <a:p>
            <a:r>
              <a:rPr sz="1500">
                <a:latin typeface="Yu Gothic"/>
                <a:ea typeface="Yu Gothic"/>
                <a:cs typeface="Yu Gothic"/>
              </a:rPr>
              <a:t>R. Abe   Institute of Science Tokyo</a:t>
            </a:r>
          </a:p>
        </p:txBody>
      </p:sp>
      <p:sp>
        <p:nvSpPr>
          <p:cNvPr id="5" name="Content Placeholder 4"/>
          <p:cNvSpPr>
            <a:spLocks noGrp="1"/>
          </p:cNvSpPr>
          <p:nvPr>
            <p:ph idx="12" sz="quarter"/>
          </p:nvPr>
        </p:nvSpPr>
        <p:spPr/>
        <p:txBody>
          <a:bodyPr wrap="square"/>
          <a:lstStyle/>
          <a:p>
            <a:r>
              <a:rPr sz="1200">
                <a:solidFill>
                  <a:srgbClr val="1C3177"/>
                </a:solidFill>
                <a:latin typeface="Yu Gothic"/>
                <a:ea typeface="Yu Gothic"/>
                <a:cs typeface="Yu Gothic"/>
              </a:rPr>
              <a:t>2026-08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1">
                <a:solidFill>
                  <a:srgbClr val="1C3177"/>
                </a:solidFill>
                <a:latin typeface="Yu Gothic"/>
                <a:ea typeface="Yu Gothic"/>
                <a:cs typeface="Yu Gothic"/>
              </a:rPr>
              <a:t>試料は 2 枚のダイヤモンドの先端にある</a:t>
            </a:r>
          </a:p>
        </p:txBody>
      </p:sp>
      <p:pic>
        <p:nvPicPr>
          <p:cNvPr id="3" name="Picture 2" descr="lit_dac_schematic.png"/>
          <p:cNvPicPr>
            <a:picLocks noChangeAspect="1"/>
          </p:cNvPicPr>
          <p:nvPr/>
        </p:nvPicPr>
        <p:blipFill>
          <a:blip r:embed="rId2"/>
          <a:stretch>
            <a:fillRect/>
          </a:stretch>
        </p:blipFill>
        <p:spPr>
          <a:xfrm>
            <a:off x="822960" y="1188720"/>
            <a:ext cx="2331720" cy="4309019"/>
          </a:xfrm>
          <a:prstGeom prst="rect">
            <a:avLst/>
          </a:prstGeom>
        </p:spPr>
      </p:pic>
      <p:sp>
        <p:nvSpPr>
          <p:cNvPr id="4" name="TextBox 3"/>
          <p:cNvSpPr txBox="1"/>
          <p:nvPr/>
        </p:nvSpPr>
        <p:spPr>
          <a:xfrm>
            <a:off x="502920" y="5532120"/>
            <a:ext cx="3200400" cy="731520"/>
          </a:xfrm>
          <a:prstGeom prst="rect">
            <a:avLst/>
          </a:prstGeom>
          <a:noFill/>
        </p:spPr>
        <p:txBody>
          <a:bodyPr wrap="square" lIns="0" rIns="0" tIns="0" bIns="0">
            <a:spAutoFit/>
          </a:bodyPr>
          <a:lstStyle/>
          <a:p>
            <a:pPr>
              <a:lnSpc>
                <a:spcPct val="125000"/>
              </a:lnSpc>
              <a:spcAft>
                <a:spcPts val="1000"/>
              </a:spcAft>
            </a:pPr>
            <a:r>
              <a:rPr sz="1400" b="0">
                <a:solidFill>
                  <a:srgbClr val="6E7488"/>
                </a:solidFill>
                <a:latin typeface="Yu Gothic"/>
                <a:ea typeface="Yu Gothic"/>
                <a:cs typeface="Yu Gothic"/>
              </a:rPr>
              <a:t>キュレット径 ~100 µm、試料は pL。</a:t>
            </a:r>
          </a:p>
        </p:txBody>
      </p:sp>
      <p:graphicFrame>
        <p:nvGraphicFramePr>
          <p:cNvPr id="5" name="Table 4"/>
          <p:cNvGraphicFramePr>
            <a:graphicFrameLocks noGrp="1"/>
          </p:cNvGraphicFramePr>
          <p:nvPr/>
        </p:nvGraphicFramePr>
        <p:xfrm>
          <a:off x="4069080" y="1188720"/>
          <a:ext cx="3977640" cy="2103120"/>
        </p:xfrm>
        <a:graphic>
          <a:graphicData uri="http://schemas.openxmlformats.org/drawingml/2006/table">
            <a:tbl>
              <a:tblPr firstRow="1">
                <a:tableStyleId>{5C22544A-7EE6-4342-B048-85BDC9FD1C3A}</a:tableStyleId>
              </a:tblPr>
              <a:tblGrid>
                <a:gridCol w="1508760"/>
                <a:gridCol w="1234440"/>
                <a:gridCol w="1234440"/>
              </a:tblGrid>
              <a:tr h="420624">
                <a:tc>
                  <a:txBody>
                    <a:bodyPr wrap="square"/>
                    <a:lstStyle/>
                    <a:p>
                      <a:r>
                        <a:rPr sz="1300" b="1">
                          <a:solidFill>
                            <a:srgbClr val="FFFFFF"/>
                          </a:solidFill>
                          <a:latin typeface="Yu Gothic"/>
                          <a:ea typeface="Yu Gothic"/>
                          <a:cs typeface="Yu Gothic"/>
                        </a:rPr>
                        <a:t>超水素化物</a:t>
                      </a:r>
                    </a:p>
                  </a:txBody>
                  <a:tcPr anchor="ctr" marL="73152" marR="73152" marT="36576" marB="36576">
                    <a:solidFill>
                      <a:srgbClr val="1C3177"/>
                    </a:solidFill>
                  </a:tcPr>
                </a:tc>
                <a:tc>
                  <a:txBody>
                    <a:bodyPr wrap="square"/>
                    <a:lstStyle/>
                    <a:p>
                      <a:r>
                        <a:rPr sz="1300" b="1">
                          <a:solidFill>
                            <a:srgbClr val="FFFFFF"/>
                          </a:solidFill>
                          <a:latin typeface="Yu Gothic"/>
                          <a:ea typeface="Yu Gothic"/>
                          <a:cs typeface="Yu Gothic"/>
                        </a:rPr>
                        <a:t>転移温度</a:t>
                      </a:r>
                    </a:p>
                  </a:txBody>
                  <a:tcPr anchor="ctr" marL="73152" marR="73152" marT="36576" marB="36576">
                    <a:solidFill>
                      <a:srgbClr val="1C3177"/>
                    </a:solidFill>
                  </a:tcPr>
                </a:tc>
                <a:tc>
                  <a:txBody>
                    <a:bodyPr wrap="square"/>
                    <a:lstStyle/>
                    <a:p>
                      <a:r>
                        <a:rPr sz="1300" b="1">
                          <a:solidFill>
                            <a:srgbClr val="FFFFFF"/>
                          </a:solidFill>
                          <a:latin typeface="Yu Gothic"/>
                          <a:ea typeface="Yu Gothic"/>
                          <a:cs typeface="Yu Gothic"/>
                        </a:rPr>
                        <a:t>合成圧力</a:t>
                      </a:r>
                    </a:p>
                  </a:txBody>
                  <a:tcPr anchor="ctr" marL="73152" marR="73152" marT="36576" marB="36576">
                    <a:solidFill>
                      <a:srgbClr val="1C3177"/>
                    </a:solidFill>
                  </a:tcPr>
                </a:tc>
              </a:tr>
              <a:tr h="420624">
                <a:tc>
                  <a:txBody>
                    <a:bodyPr wrap="square"/>
                    <a:lstStyle/>
                    <a:p>
                      <a:r>
                        <a:rPr sz="1300" b="0">
                          <a:solidFill>
                            <a:srgbClr val="101426"/>
                          </a:solidFill>
                          <a:latin typeface="Yu Gothic"/>
                          <a:ea typeface="Yu Gothic"/>
                          <a:cs typeface="Yu Gothic"/>
                        </a:rPr>
                        <a:t>H₃S</a:t>
                      </a:r>
                    </a:p>
                  </a:txBody>
                  <a:tcPr anchor="ctr" marL="73152" marR="73152" marT="36576" marB="36576">
                    <a:noFill/>
                  </a:tcPr>
                </a:tc>
                <a:tc>
                  <a:txBody>
                    <a:bodyPr wrap="square"/>
                    <a:lstStyle/>
                    <a:p>
                      <a:r>
                        <a:rPr sz="1300" b="0">
                          <a:solidFill>
                            <a:srgbClr val="101426"/>
                          </a:solidFill>
                          <a:latin typeface="Yu Gothic"/>
                          <a:ea typeface="Yu Gothic"/>
                          <a:cs typeface="Yu Gothic"/>
                        </a:rPr>
                        <a:t>203 K</a:t>
                      </a:r>
                    </a:p>
                  </a:txBody>
                  <a:tcPr anchor="ctr" marL="73152" marR="73152" marT="36576" marB="36576">
                    <a:noFill/>
                  </a:tcPr>
                </a:tc>
                <a:tc>
                  <a:txBody>
                    <a:bodyPr wrap="square"/>
                    <a:lstStyle/>
                    <a:p>
                      <a:r>
                        <a:rPr sz="1300" b="0">
                          <a:solidFill>
                            <a:srgbClr val="101426"/>
                          </a:solidFill>
                          <a:latin typeface="Yu Gothic"/>
                          <a:ea typeface="Yu Gothic"/>
                          <a:cs typeface="Yu Gothic"/>
                        </a:rPr>
                        <a:t>155 GPa</a:t>
                      </a:r>
                    </a:p>
                  </a:txBody>
                  <a:tcPr anchor="ctr" marL="73152" marR="73152" marT="36576" marB="36576">
                    <a:noFill/>
                  </a:tcPr>
                </a:tc>
              </a:tr>
              <a:tr h="420624">
                <a:tc>
                  <a:txBody>
                    <a:bodyPr wrap="square"/>
                    <a:lstStyle/>
                    <a:p>
                      <a:r>
                        <a:rPr sz="1300" b="0">
                          <a:solidFill>
                            <a:srgbClr val="101426"/>
                          </a:solidFill>
                          <a:latin typeface="Yu Gothic"/>
                          <a:ea typeface="Yu Gothic"/>
                          <a:cs typeface="Yu Gothic"/>
                        </a:rPr>
                        <a:t>LaH₁₀</a:t>
                      </a:r>
                    </a:p>
                  </a:txBody>
                  <a:tcPr anchor="ctr" marL="73152" marR="73152" marT="36576" marB="36576">
                    <a:noFill/>
                  </a:tcPr>
                </a:tc>
                <a:tc>
                  <a:txBody>
                    <a:bodyPr wrap="square"/>
                    <a:lstStyle/>
                    <a:p>
                      <a:r>
                        <a:rPr sz="1300" b="0">
                          <a:solidFill>
                            <a:srgbClr val="101426"/>
                          </a:solidFill>
                          <a:latin typeface="Yu Gothic"/>
                          <a:ea typeface="Yu Gothic"/>
                          <a:cs typeface="Yu Gothic"/>
                        </a:rPr>
                        <a:t>250–260 K</a:t>
                      </a:r>
                    </a:p>
                  </a:txBody>
                  <a:tcPr anchor="ctr" marL="73152" marR="73152" marT="36576" marB="36576">
                    <a:noFill/>
                  </a:tcPr>
                </a:tc>
                <a:tc>
                  <a:txBody>
                    <a:bodyPr wrap="square"/>
                    <a:lstStyle/>
                    <a:p>
                      <a:r>
                        <a:rPr sz="1300" b="0">
                          <a:solidFill>
                            <a:srgbClr val="101426"/>
                          </a:solidFill>
                          <a:latin typeface="Yu Gothic"/>
                          <a:ea typeface="Yu Gothic"/>
                          <a:cs typeface="Yu Gothic"/>
                        </a:rPr>
                        <a:t>170 GPa</a:t>
                      </a:r>
                    </a:p>
                  </a:txBody>
                  <a:tcPr anchor="ctr" marL="73152" marR="73152" marT="36576" marB="36576">
                    <a:noFill/>
                  </a:tcPr>
                </a:tc>
              </a:tr>
              <a:tr h="420624">
                <a:tc>
                  <a:txBody>
                    <a:bodyPr wrap="square"/>
                    <a:lstStyle/>
                    <a:p>
                      <a:r>
                        <a:rPr sz="1300" b="0">
                          <a:solidFill>
                            <a:srgbClr val="101426"/>
                          </a:solidFill>
                          <a:latin typeface="Yu Gothic"/>
                          <a:ea typeface="Yu Gothic"/>
                          <a:cs typeface="Yu Gothic"/>
                        </a:rPr>
                        <a:t>CeH₉</a:t>
                      </a:r>
                    </a:p>
                  </a:txBody>
                  <a:tcPr anchor="ctr" marL="73152" marR="73152" marT="36576" marB="36576">
                    <a:noFill/>
                  </a:tcPr>
                </a:tc>
                <a:tc>
                  <a:txBody>
                    <a:bodyPr wrap="square"/>
                    <a:lstStyle/>
                    <a:p>
                      <a:r>
                        <a:rPr sz="1300" b="0">
                          <a:solidFill>
                            <a:srgbClr val="101426"/>
                          </a:solidFill>
                          <a:latin typeface="Yu Gothic"/>
                          <a:ea typeface="Yu Gothic"/>
                          <a:cs typeface="Yu Gothic"/>
                        </a:rPr>
                        <a:t>≤ 115 K</a:t>
                      </a:r>
                    </a:p>
                  </a:txBody>
                  <a:tcPr anchor="ctr" marL="73152" marR="73152" marT="36576" marB="36576">
                    <a:noFill/>
                  </a:tcPr>
                </a:tc>
                <a:tc>
                  <a:txBody>
                    <a:bodyPr wrap="square"/>
                    <a:lstStyle/>
                    <a:p>
                      <a:r>
                        <a:rPr sz="1300" b="0">
                          <a:solidFill>
                            <a:srgbClr val="101426"/>
                          </a:solidFill>
                          <a:latin typeface="Yu Gothic"/>
                          <a:ea typeface="Yu Gothic"/>
                          <a:cs typeface="Yu Gothic"/>
                        </a:rPr>
                        <a:t>80–100 GPa</a:t>
                      </a:r>
                    </a:p>
                  </a:txBody>
                  <a:tcPr anchor="ctr" marL="73152" marR="73152" marT="36576" marB="36576">
                    <a:noFill/>
                  </a:tcPr>
                </a:tc>
              </a:tr>
              <a:tr h="420624">
                <a:tc>
                  <a:txBody>
                    <a:bodyPr wrap="square"/>
                    <a:lstStyle/>
                    <a:p>
                      <a:r>
                        <a:rPr sz="1300" b="1">
                          <a:solidFill>
                            <a:srgbClr val="101426"/>
                          </a:solidFill>
                          <a:latin typeface="Yu Gothic"/>
                          <a:ea typeface="Yu Gothic"/>
                          <a:cs typeface="Yu Gothic"/>
                        </a:rPr>
                        <a:t>(La,Ce)H₉</a:t>
                      </a:r>
                    </a:p>
                  </a:txBody>
                  <a:tcPr anchor="ctr" marL="73152" marR="73152" marT="36576" marB="36576">
                    <a:solidFill>
                      <a:srgbClr val="E8EAF1"/>
                    </a:solidFill>
                  </a:tcPr>
                </a:tc>
                <a:tc>
                  <a:txBody>
                    <a:bodyPr wrap="square"/>
                    <a:lstStyle/>
                    <a:p>
                      <a:r>
                        <a:rPr sz="1300" b="1">
                          <a:solidFill>
                            <a:srgbClr val="101426"/>
                          </a:solidFill>
                          <a:latin typeface="Yu Gothic"/>
                          <a:ea typeface="Yu Gothic"/>
                          <a:cs typeface="Yu Gothic"/>
                        </a:rPr>
                        <a:t>148–178 K</a:t>
                      </a:r>
                    </a:p>
                  </a:txBody>
                  <a:tcPr anchor="ctr" marL="73152" marR="73152" marT="36576" marB="36576">
                    <a:solidFill>
                      <a:srgbClr val="E8EAF1"/>
                    </a:solidFill>
                  </a:tcPr>
                </a:tc>
                <a:tc>
                  <a:txBody>
                    <a:bodyPr wrap="square"/>
                    <a:lstStyle/>
                    <a:p>
                      <a:r>
                        <a:rPr sz="1300" b="1">
                          <a:solidFill>
                            <a:srgbClr val="101426"/>
                          </a:solidFill>
                          <a:latin typeface="Yu Gothic"/>
                          <a:ea typeface="Yu Gothic"/>
                          <a:cs typeface="Yu Gothic"/>
                        </a:rPr>
                        <a:t>97–172 GPa</a:t>
                      </a:r>
                    </a:p>
                  </a:txBody>
                  <a:tcPr anchor="ctr" marL="73152" marR="73152" marT="36576" marB="36576">
                    <a:solidFill>
                      <a:srgbClr val="E8EAF1"/>
                    </a:solidFill>
                  </a:tcPr>
                </a:tc>
              </a:tr>
            </a:tbl>
          </a:graphicData>
        </a:graphic>
      </p:graphicFrame>
      <p:sp>
        <p:nvSpPr>
          <p:cNvPr id="6" name="TextBox 5"/>
          <p:cNvSpPr txBox="1"/>
          <p:nvPr/>
        </p:nvSpPr>
        <p:spPr>
          <a:xfrm>
            <a:off x="4069080" y="3611880"/>
            <a:ext cx="3977639" cy="1828800"/>
          </a:xfrm>
          <a:prstGeom prst="rect">
            <a:avLst/>
          </a:prstGeom>
          <a:noFill/>
        </p:spPr>
        <p:txBody>
          <a:bodyPr wrap="square" lIns="0" rIns="0" tIns="0" bIns="0">
            <a:spAutoFit/>
          </a:bodyPr>
          <a:lstStyle/>
          <a:p>
            <a:pPr>
              <a:lnSpc>
                <a:spcPct val="125000"/>
              </a:lnSpc>
              <a:spcAft>
                <a:spcPts val="1000"/>
              </a:spcAft>
            </a:pPr>
            <a:r>
              <a:rPr sz="1600" b="0">
                <a:solidFill>
                  <a:srgbClr val="101426"/>
                </a:solidFill>
                <a:latin typeface="Yu Gothic"/>
                <a:ea typeface="Yu Gothic"/>
                <a:cs typeface="Yu Gothic"/>
              </a:rPr>
              <a:t>最高の T</a:t>
            </a:r>
            <a:r>
              <a:rPr sz="1600" b="0" baseline="-25000">
                <a:solidFill>
                  <a:srgbClr val="101426"/>
                </a:solidFill>
                <a:latin typeface="Yu Gothic"/>
                <a:ea typeface="Yu Gothic"/>
                <a:cs typeface="Yu Gothic"/>
              </a:rPr>
              <a:t>c</a:t>
            </a:r>
            <a:r>
              <a:rPr sz="1600" b="1">
                <a:solidFill>
                  <a:srgbClr val="101426"/>
                </a:solidFill>
                <a:latin typeface="Yu Gothic"/>
                <a:ea typeface="Yu Gothic"/>
                <a:cs typeface="Yu Gothic"/>
              </a:rPr>
              <a:t> は最高の圧力にはない。</a:t>
            </a:r>
          </a:p>
          <a:p>
            <a:pPr>
              <a:lnSpc>
                <a:spcPct val="125000"/>
              </a:lnSpc>
              <a:spcAft>
                <a:spcPts val="1000"/>
              </a:spcAft>
            </a:pPr>
            <a:r>
              <a:rPr sz="1600" b="0">
                <a:solidFill>
                  <a:srgbClr val="101426"/>
                </a:solidFill>
                <a:latin typeface="Yu Gothic"/>
                <a:ea typeface="Yu Gothic"/>
                <a:cs typeface="Yu Gothic"/>
              </a:rPr>
              <a:t>実験の現実味がある超水素化物は 100 GPa 前後に集中する。よく特性の分かった DAC で届く圧力帯である。</a:t>
            </a:r>
          </a:p>
        </p:txBody>
      </p:sp>
      <p:sp>
        <p:nvSpPr>
          <p:cNvPr id="7" name="TextBox 6"/>
          <p:cNvSpPr txBox="1"/>
          <p:nvPr/>
        </p:nvSpPr>
        <p:spPr>
          <a:xfrm>
            <a:off x="8366760" y="1188720"/>
            <a:ext cx="3337560" cy="4572000"/>
          </a:xfrm>
          <a:prstGeom prst="rect">
            <a:avLst/>
          </a:prstGeom>
          <a:noFill/>
        </p:spPr>
        <p:txBody>
          <a:bodyPr wrap="square" lIns="0" rIns="0" tIns="0" bIns="0">
            <a:spAutoFit/>
          </a:bodyPr>
          <a:lstStyle/>
          <a:p>
            <a:pPr>
              <a:lnSpc>
                <a:spcPct val="125000"/>
              </a:lnSpc>
              <a:spcAft>
                <a:spcPts val="1000"/>
              </a:spcAft>
            </a:pPr>
            <a:r>
              <a:rPr sz="1600" b="1">
                <a:solidFill>
                  <a:srgbClr val="101426"/>
                </a:solidFill>
                <a:latin typeface="Yu Gothic"/>
                <a:ea typeface="Yu Gothic"/>
                <a:cs typeface="Yu Gothic"/>
              </a:rPr>
              <a:t>試料が小さすぎる。</a:t>
            </a:r>
            <a:r>
              <a:rPr sz="1600" b="0">
                <a:solidFill>
                  <a:srgbClr val="101426"/>
                </a:solidFill>
                <a:latin typeface="Yu Gothic"/>
                <a:ea typeface="Yu Gothic"/>
                <a:cs typeface="Yu Gothic"/>
              </a:rPr>
              <a:t>数十 µm・pL の試料の磁化を、バルク測定でアンビルとガスケットの背景から分離することはできない。</a:t>
            </a:r>
          </a:p>
          <a:p>
            <a:pPr>
              <a:lnSpc>
                <a:spcPct val="125000"/>
              </a:lnSpc>
              <a:spcAft>
                <a:spcPts val="1000"/>
              </a:spcAft>
            </a:pPr>
            <a:r>
              <a:rPr sz="1600" b="1">
                <a:solidFill>
                  <a:srgbClr val="101426"/>
                </a:solidFill>
                <a:latin typeface="Yu Gothic"/>
                <a:ea typeface="Yu Gothic"/>
                <a:cs typeface="Yu Gothic"/>
              </a:rPr>
              <a:t>抵抗の落下だけでは決着しない。</a:t>
            </a:r>
            <a:r>
              <a:rPr sz="1600" b="0">
                <a:solidFill>
                  <a:srgbClr val="101426"/>
                </a:solidFill>
                <a:latin typeface="Yu Gothic"/>
                <a:ea typeface="Yu Gothic"/>
                <a:cs typeface="Yu Gothic"/>
              </a:rPr>
              <a:t>この分野は繰り返しそれを経験してきた。必要なのは磁束排除そのものの観測である。</a:t>
            </a:r>
          </a:p>
          <a:p>
            <a:pPr>
              <a:lnSpc>
                <a:spcPct val="125000"/>
              </a:lnSpc>
              <a:spcAft>
                <a:spcPts val="1000"/>
              </a:spcAft>
            </a:pPr>
            <a:r>
              <a:rPr sz="1600" b="0">
                <a:solidFill>
                  <a:srgbClr val="101426"/>
                </a:solidFill>
                <a:latin typeface="Yu Gothic"/>
                <a:ea typeface="Yu Gothic"/>
                <a:cs typeface="Yu Gothic"/>
              </a:rPr>
              <a:t>だから決着をつける測定は、</a:t>
            </a:r>
            <a:r>
              <a:rPr sz="1600" b="1">
                <a:solidFill>
                  <a:srgbClr val="101426"/>
                </a:solidFill>
                <a:latin typeface="Yu Gothic"/>
                <a:ea typeface="Yu Gothic"/>
                <a:cs typeface="Yu Gothic"/>
              </a:rPr>
              <a:t>局所・空間分解された磁気測定</a:t>
            </a:r>
            <a:r>
              <a:rPr sz="1600" b="0">
                <a:solidFill>
                  <a:srgbClr val="101426"/>
                </a:solidFill>
                <a:latin typeface="Yu Gothic"/>
                <a:ea typeface="Yu Gothic"/>
                <a:cs typeface="Yu Gothic"/>
              </a:rPr>
              <a:t>になった。</a:t>
            </a:r>
          </a:p>
        </p:txBody>
      </p:sp>
      <p:sp>
        <p:nvSpPr>
          <p:cNvPr id="8" name="TextBox 7"/>
          <p:cNvSpPr txBox="1"/>
          <p:nvPr/>
        </p:nvSpPr>
        <p:spPr>
          <a:xfrm>
            <a:off x="502920" y="6327648"/>
            <a:ext cx="8686800" cy="274320"/>
          </a:xfrm>
          <a:prstGeom prst="rect">
            <a:avLst/>
          </a:prstGeom>
          <a:noFill/>
        </p:spPr>
        <p:txBody>
          <a:bodyPr wrap="square" lIns="0" rIns="0" tIns="0" bIns="0">
            <a:spAutoFit/>
          </a:bodyPr>
          <a:lstStyle/>
          <a:p>
            <a:pPr>
              <a:lnSpc>
                <a:spcPct val="125000"/>
              </a:lnSpc>
              <a:spcAft>
                <a:spcPts val="0"/>
              </a:spcAft>
            </a:pPr>
            <a:r>
              <a:rPr sz="900" b="0">
                <a:solidFill>
                  <a:srgbClr val="6E7488"/>
                </a:solidFill>
                <a:latin typeface="Yu Gothic"/>
                <a:ea typeface="Yu Gothic"/>
                <a:cs typeface="Yu Gothic"/>
              </a:rPr>
              <a:t>図: P. Bhattacharyya, PhD thesis, UC Berkeley (2022), Fig. 2.2.  データ: A. P. Drozdov et al., Nature 525, 73 (2015) / 569, 528 (2019);  N. P. Salke et al., Nat. Commun. 10, 4453 (2019);  J. Bi et al., Nat. Commun. 13, 5952 (2022).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1">
                <a:solidFill>
                  <a:srgbClr val="1C3177"/>
                </a:solidFill>
                <a:latin typeface="Yu Gothic"/>
                <a:ea typeface="Yu Gothic"/>
                <a:cs typeface="Yu Gothic"/>
              </a:rPr>
              <a:t>アンビルの内側の NV が、局所の磁束排除を撮る</a:t>
            </a:r>
          </a:p>
        </p:txBody>
      </p:sp>
      <p:pic>
        <p:nvPicPr>
          <p:cNvPr id="3" name="Picture 2" descr="lit_nv_in_anvil.png"/>
          <p:cNvPicPr>
            <a:picLocks noChangeAspect="1"/>
          </p:cNvPicPr>
          <p:nvPr/>
        </p:nvPicPr>
        <p:blipFill>
          <a:blip r:embed="rId2"/>
          <a:stretch>
            <a:fillRect/>
          </a:stretch>
        </p:blipFill>
        <p:spPr>
          <a:xfrm>
            <a:off x="640080" y="1188720"/>
            <a:ext cx="1783080" cy="2026623"/>
          </a:xfrm>
          <a:prstGeom prst="rect">
            <a:avLst/>
          </a:prstGeom>
        </p:spPr>
      </p:pic>
      <p:pic>
        <p:nvPicPr>
          <p:cNvPr id="4" name="Picture 3" descr="lit_meissner_map.png"/>
          <p:cNvPicPr>
            <a:picLocks noChangeAspect="1"/>
          </p:cNvPicPr>
          <p:nvPr/>
        </p:nvPicPr>
        <p:blipFill>
          <a:blip r:embed="rId3"/>
          <a:stretch>
            <a:fillRect/>
          </a:stretch>
        </p:blipFill>
        <p:spPr>
          <a:xfrm>
            <a:off x="2606040" y="1298448"/>
            <a:ext cx="5257800" cy="1983744"/>
          </a:xfrm>
          <a:prstGeom prst="rect">
            <a:avLst/>
          </a:prstGeom>
        </p:spPr>
      </p:pic>
      <p:sp>
        <p:nvSpPr>
          <p:cNvPr id="5" name="TextBox 4"/>
          <p:cNvSpPr txBox="1"/>
          <p:nvPr/>
        </p:nvSpPr>
        <p:spPr>
          <a:xfrm>
            <a:off x="502920" y="3520440"/>
            <a:ext cx="7406640" cy="548640"/>
          </a:xfrm>
          <a:prstGeom prst="rect">
            <a:avLst/>
          </a:prstGeom>
          <a:noFill/>
        </p:spPr>
        <p:txBody>
          <a:bodyPr wrap="square" lIns="0" rIns="0" tIns="0" bIns="0">
            <a:spAutoFit/>
          </a:bodyPr>
          <a:lstStyle/>
          <a:p>
            <a:pPr>
              <a:lnSpc>
                <a:spcPct val="125000"/>
              </a:lnSpc>
              <a:spcAft>
                <a:spcPts val="1000"/>
              </a:spcAft>
            </a:pPr>
            <a:r>
              <a:rPr sz="1400" b="0">
                <a:solidFill>
                  <a:srgbClr val="6E7488"/>
                </a:solidFill>
                <a:latin typeface="Yu Gothic"/>
                <a:ea typeface="Yu Gothic"/>
                <a:cs typeface="Yu Gothic"/>
              </a:rPr>
              <a:t>先行研究の実測。(左) NV はキュレット表面の 50 nm 下に注入され、試料から µm の距離で同じ圧力を経験する。(中央・右) CeH</a:t>
            </a:r>
            <a:r>
              <a:rPr sz="1400" b="0" baseline="-25000">
                <a:solidFill>
                  <a:srgbClr val="6E7488"/>
                </a:solidFill>
                <a:latin typeface="Yu Gothic"/>
                <a:ea typeface="Yu Gothic"/>
                <a:cs typeface="Yu Gothic"/>
              </a:rPr>
              <a:t>9</a:t>
            </a:r>
            <a:r>
              <a:rPr sz="1400" b="0">
                <a:solidFill>
                  <a:srgbClr val="6E7488"/>
                </a:solidFill>
                <a:latin typeface="Yu Gothic"/>
                <a:ea typeface="Yu Gothic"/>
                <a:cs typeface="Yu Gothic"/>
              </a:rPr>
              <a:t> 上で磁場比 B/H が 0.67 まで落ちる = 局所の磁束排除。しかも ~10 µm で不均一。</a:t>
            </a:r>
          </a:p>
        </p:txBody>
      </p:sp>
      <p:sp>
        <p:nvSpPr>
          <p:cNvPr id="6" name="Rectangle 5"/>
          <p:cNvSpPr/>
          <p:nvPr/>
        </p:nvSpPr>
        <p:spPr>
          <a:xfrm>
            <a:off x="502920" y="4526280"/>
            <a:ext cx="4846320" cy="868680"/>
          </a:xfrm>
          <a:prstGeom prst="rect">
            <a:avLst/>
          </a:prstGeom>
          <a:noFill/>
          <a:ln w="12700">
            <a:solidFill>
              <a:srgbClr val="1C317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200" b="0">
                <a:solidFill>
                  <a:srgbClr val="101426"/>
                </a:solidFill>
                <a:latin typeface="Yu Gothic"/>
                <a:ea typeface="Yu Gothic"/>
                <a:cs typeface="Yu Gothic"/>
              </a:rPr>
              <a:t>測定時間  ∝  画素数 / η</a:t>
            </a:r>
            <a:r>
              <a:rPr sz="2200" b="0" baseline="-25000">
                <a:solidFill>
                  <a:srgbClr val="101426"/>
                </a:solidFill>
                <a:latin typeface="Yu Gothic"/>
                <a:ea typeface="Yu Gothic"/>
                <a:cs typeface="Yu Gothic"/>
              </a:rPr>
              <a:t>B</a:t>
            </a:r>
            <a:r>
              <a:rPr sz="2200" b="0" baseline="30000">
                <a:solidFill>
                  <a:srgbClr val="101426"/>
                </a:solidFill>
                <a:latin typeface="Yu Gothic"/>
                <a:ea typeface="Yu Gothic"/>
                <a:cs typeface="Yu Gothic"/>
              </a:rPr>
              <a:t>2</a:t>
            </a:r>
          </a:p>
        </p:txBody>
      </p:sp>
      <p:sp>
        <p:nvSpPr>
          <p:cNvPr id="7" name="TextBox 6"/>
          <p:cNvSpPr txBox="1"/>
          <p:nvPr/>
        </p:nvSpPr>
        <p:spPr>
          <a:xfrm>
            <a:off x="5669280" y="4526280"/>
            <a:ext cx="2194560" cy="914400"/>
          </a:xfrm>
          <a:prstGeom prst="rect">
            <a:avLst/>
          </a:prstGeom>
          <a:noFill/>
        </p:spPr>
        <p:txBody>
          <a:bodyPr wrap="square" lIns="0" rIns="0" tIns="0" bIns="0">
            <a:spAutoFit/>
          </a:bodyPr>
          <a:lstStyle/>
          <a:p>
            <a:pPr>
              <a:lnSpc>
                <a:spcPct val="125000"/>
              </a:lnSpc>
              <a:spcAft>
                <a:spcPts val="1000"/>
              </a:spcAft>
            </a:pPr>
            <a:r>
              <a:rPr sz="1500" b="0">
                <a:solidFill>
                  <a:srgbClr val="101426"/>
                </a:solidFill>
                <a:latin typeface="Yu Gothic"/>
                <a:ea typeface="Yu Gothic"/>
                <a:cs typeface="Yu Gothic"/>
              </a:rPr>
              <a:t>マップは ODMR スペクトルのラスタである。</a:t>
            </a:r>
          </a:p>
        </p:txBody>
      </p:sp>
      <p:sp>
        <p:nvSpPr>
          <p:cNvPr id="8" name="TextBox 7"/>
          <p:cNvSpPr txBox="1"/>
          <p:nvPr/>
        </p:nvSpPr>
        <p:spPr>
          <a:xfrm>
            <a:off x="8138159" y="1325880"/>
            <a:ext cx="3977639" cy="4572000"/>
          </a:xfrm>
          <a:prstGeom prst="rect">
            <a:avLst/>
          </a:prstGeom>
          <a:noFill/>
        </p:spPr>
        <p:txBody>
          <a:bodyPr wrap="square" lIns="0" rIns="0" tIns="0" bIns="0">
            <a:spAutoFit/>
          </a:bodyPr>
          <a:lstStyle/>
          <a:p>
            <a:pPr>
              <a:lnSpc>
                <a:spcPct val="125000"/>
              </a:lnSpc>
              <a:spcAft>
                <a:spcPts val="1000"/>
              </a:spcAft>
            </a:pPr>
            <a:r>
              <a:rPr sz="1600" b="1">
                <a:solidFill>
                  <a:srgbClr val="101426"/>
                </a:solidFill>
                <a:latin typeface="Yu Gothic"/>
                <a:ea typeface="Yu Gothic"/>
                <a:cs typeface="Yu Gothic"/>
              </a:rPr>
              <a:t>科学的な中身はマップにある。</a:t>
            </a:r>
            <a:r>
              <a:rPr sz="1600" b="0">
                <a:solidFill>
                  <a:srgbClr val="101426"/>
                </a:solidFill>
                <a:latin typeface="Yu Gothic"/>
                <a:ea typeface="Yu Gothic"/>
                <a:cs typeface="Yu Gothic"/>
              </a:rPr>
              <a:t>遮蔽場のテクスチャ、捕捉磁束の幾何、そしてその T</a:t>
            </a:r>
            <a:r>
              <a:rPr sz="1600" b="0" baseline="-25000">
                <a:solidFill>
                  <a:srgbClr val="101426"/>
                </a:solidFill>
                <a:latin typeface="Yu Gothic"/>
                <a:ea typeface="Yu Gothic"/>
                <a:cs typeface="Yu Gothic"/>
              </a:rPr>
              <a:t>c</a:t>
            </a:r>
            <a:r>
              <a:rPr sz="1600" b="0">
                <a:solidFill>
                  <a:srgbClr val="101426"/>
                </a:solidFill>
                <a:latin typeface="Yu Gothic"/>
                <a:ea typeface="Yu Gothic"/>
                <a:cs typeface="Yu Gothic"/>
              </a:rPr>
              <a:t> 近傍・圧力に沿った発展。</a:t>
            </a:r>
          </a:p>
          <a:p>
            <a:pPr>
              <a:lnSpc>
                <a:spcPct val="125000"/>
              </a:lnSpc>
              <a:spcAft>
                <a:spcPts val="1000"/>
              </a:spcAft>
            </a:pPr>
            <a:r>
              <a:rPr sz="1600" b="0">
                <a:solidFill>
                  <a:srgbClr val="101426"/>
                </a:solidFill>
                <a:latin typeface="Yu Gothic"/>
                <a:ea typeface="Yu Gothic"/>
                <a:cs typeface="Yu Gothic"/>
              </a:rPr>
              <a:t>1 回のロードに数週間、1 回のアンビル破損で全損する領域では、</a:t>
            </a:r>
            <a:r>
              <a:rPr sz="1600" b="1">
                <a:solidFill>
                  <a:srgbClr val="101426"/>
                </a:solidFill>
                <a:latin typeface="Yu Gothic"/>
                <a:ea typeface="Yu Gothic"/>
                <a:cs typeface="Yu Gothic"/>
              </a:rPr>
              <a:t>感度は空間分解能・視野・到達できる (P, T) 点数を買う通貨</a:t>
            </a:r>
            <a:r>
              <a:rPr sz="1600" b="0">
                <a:solidFill>
                  <a:srgbClr val="101426"/>
                </a:solidFill>
                <a:latin typeface="Yu Gothic"/>
                <a:ea typeface="Yu Gothic"/>
                <a:cs typeface="Yu Gothic"/>
              </a:rPr>
              <a:t>である。</a:t>
            </a:r>
          </a:p>
          <a:p>
            <a:pPr>
              <a:lnSpc>
                <a:spcPct val="125000"/>
              </a:lnSpc>
              <a:spcAft>
                <a:spcPts val="1000"/>
              </a:spcAft>
            </a:pPr>
            <a:r>
              <a:rPr sz="3400" b="1">
                <a:solidFill>
                  <a:srgbClr val="1C3177"/>
                </a:solidFill>
                <a:latin typeface="Yu Gothic"/>
                <a:ea typeface="Yu Gothic"/>
                <a:cs typeface="Yu Gothic"/>
              </a:rPr>
              <a:t>×2.7</a:t>
            </a:r>
            <a:r>
              <a:rPr sz="1500" b="0">
                <a:solidFill>
                  <a:srgbClr val="6E7488"/>
                </a:solidFill>
                <a:latin typeface="Yu Gothic"/>
                <a:ea typeface="Yu Gothic"/>
                <a:cs typeface="Yu Gothic"/>
              </a:rPr>
              <a:t>  感度</a:t>
            </a:r>
          </a:p>
          <a:p>
            <a:pPr>
              <a:lnSpc>
                <a:spcPct val="125000"/>
              </a:lnSpc>
              <a:spcAft>
                <a:spcPts val="1000"/>
              </a:spcAft>
            </a:pPr>
            <a:r>
              <a:rPr sz="3400" b="1">
                <a:solidFill>
                  <a:srgbClr val="1C3177"/>
                </a:solidFill>
                <a:latin typeface="Yu Gothic"/>
                <a:ea typeface="Yu Gothic"/>
                <a:cs typeface="Yu Gothic"/>
              </a:rPr>
              <a:t>×7</a:t>
            </a:r>
            <a:r>
              <a:rPr sz="1500" b="0">
                <a:solidFill>
                  <a:srgbClr val="6E7488"/>
                </a:solidFill>
                <a:latin typeface="Yu Gothic"/>
                <a:ea typeface="Yu Gothic"/>
                <a:cs typeface="Yu Gothic"/>
              </a:rPr>
              <a:t>  マップ 1 枚の取得時間</a:t>
            </a:r>
          </a:p>
        </p:txBody>
      </p:sp>
      <p:sp>
        <p:nvSpPr>
          <p:cNvPr id="9" name="TextBox 8"/>
          <p:cNvSpPr txBox="1"/>
          <p:nvPr/>
        </p:nvSpPr>
        <p:spPr>
          <a:xfrm>
            <a:off x="502920" y="6327648"/>
            <a:ext cx="8686800" cy="274320"/>
          </a:xfrm>
          <a:prstGeom prst="rect">
            <a:avLst/>
          </a:prstGeom>
          <a:noFill/>
        </p:spPr>
        <p:txBody>
          <a:bodyPr wrap="square" lIns="0" rIns="0" tIns="0" bIns="0">
            <a:spAutoFit/>
          </a:bodyPr>
          <a:lstStyle/>
          <a:p>
            <a:pPr>
              <a:lnSpc>
                <a:spcPct val="125000"/>
              </a:lnSpc>
              <a:spcAft>
                <a:spcPts val="0"/>
              </a:spcAft>
            </a:pPr>
            <a:r>
              <a:rPr sz="900" b="0">
                <a:solidFill>
                  <a:srgbClr val="6E7488"/>
                </a:solidFill>
                <a:latin typeface="Yu Gothic"/>
                <a:ea typeface="Yu Gothic"/>
                <a:cs typeface="Yu Gothic"/>
              </a:rPr>
              <a:t>図: P. Bhattacharyya, PhD thesis, UC Berkeley (2022), Fig. 7.2(a), 7.8(b,c);  同グループの成果は P. Bhattacharyya et al., Nature 627, 73 (2024).  J. F. Barry et al., Rev. Mod. Phys. 92, 015004 (2020).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1">
                <a:solidFill>
                  <a:srgbClr val="1C3177"/>
                </a:solidFill>
                <a:latin typeface="Yu Gothic"/>
                <a:ea typeface="Yu Gothic"/>
                <a:cs typeface="Yu Gothic"/>
              </a:rPr>
              <a:t>120 GPa では吸収帯とイオン化端が同時に青へ動く</a:t>
            </a:r>
          </a:p>
        </p:txBody>
      </p:sp>
      <p:pic>
        <p:nvPicPr>
          <p:cNvPr id="3" name="Picture 2" descr="talk_three_shifts_st.png"/>
          <p:cNvPicPr>
            <a:picLocks noChangeAspect="1"/>
          </p:cNvPicPr>
          <p:nvPr/>
        </p:nvPicPr>
        <p:blipFill>
          <a:blip r:embed="rId2"/>
          <a:stretch>
            <a:fillRect/>
          </a:stretch>
        </p:blipFill>
        <p:spPr>
          <a:xfrm>
            <a:off x="411480" y="1325880"/>
            <a:ext cx="7040880" cy="4012023"/>
          </a:xfrm>
          <a:prstGeom prst="rect">
            <a:avLst/>
          </a:prstGeom>
        </p:spPr>
      </p:pic>
      <p:sp>
        <p:nvSpPr>
          <p:cNvPr id="4" name="TextBox 3"/>
          <p:cNvSpPr txBox="1"/>
          <p:nvPr/>
        </p:nvSpPr>
        <p:spPr>
          <a:xfrm>
            <a:off x="7726679" y="1417320"/>
            <a:ext cx="3977639" cy="4206240"/>
          </a:xfrm>
          <a:prstGeom prst="rect">
            <a:avLst/>
          </a:prstGeom>
          <a:noFill/>
        </p:spPr>
        <p:txBody>
          <a:bodyPr wrap="square" lIns="0" rIns="0" tIns="0" bIns="0">
            <a:spAutoFit/>
          </a:bodyPr>
          <a:lstStyle/>
          <a:p>
            <a:pPr>
              <a:lnSpc>
                <a:spcPct val="125000"/>
              </a:lnSpc>
              <a:spcAft>
                <a:spcPts val="1000"/>
              </a:spcAft>
            </a:pPr>
            <a:r>
              <a:rPr sz="1700" b="0">
                <a:solidFill>
                  <a:srgbClr val="101426"/>
                </a:solidFill>
                <a:latin typeface="Yu Gothic"/>
                <a:ea typeface="Yu Gothic"/>
                <a:cs typeface="Yu Gothic"/>
              </a:rPr>
              <a:t>ZPL が +0.40 eV 青方偏移し、Huang–Rhys 因子が 3.08 → 4.61 に増える。吸収極大は 586 → 474 nm。</a:t>
            </a:r>
          </a:p>
          <a:p>
            <a:pPr>
              <a:lnSpc>
                <a:spcPct val="125000"/>
              </a:lnSpc>
              <a:spcAft>
                <a:spcPts val="1000"/>
              </a:spcAft>
            </a:pPr>
            <a:r>
              <a:rPr sz="1700" b="0">
                <a:solidFill>
                  <a:srgbClr val="101426"/>
                </a:solidFill>
                <a:latin typeface="Yu Gothic"/>
                <a:ea typeface="Yu Gothic"/>
                <a:cs typeface="Yu Gothic"/>
              </a:rPr>
              <a:t>同時に IP(³A₂) が 2.68 → 3.06 eV に上がる。3.06 eV = 405 nm。これより青は NV⁻ を直接 NV⁰ に変える。</a:t>
            </a:r>
          </a:p>
          <a:p>
            <a:pPr>
              <a:lnSpc>
                <a:spcPct val="125000"/>
              </a:lnSpc>
              <a:spcAft>
                <a:spcPts val="1000"/>
              </a:spcAft>
            </a:pPr>
            <a:r>
              <a:rPr sz="1700" b="0">
                <a:solidFill>
                  <a:srgbClr val="101426"/>
                </a:solidFill>
                <a:latin typeface="Yu Gothic"/>
                <a:ea typeface="Yu Gothic"/>
                <a:cs typeface="Yu Gothic"/>
              </a:rPr>
              <a:t>120 GPa では σ(473) は σ(532) の </a:t>
            </a:r>
            <a:r>
              <a:rPr sz="1700" b="1">
                <a:solidFill>
                  <a:srgbClr val="1C3177"/>
                </a:solidFill>
                <a:latin typeface="Yu Gothic"/>
                <a:ea typeface="Yu Gothic"/>
                <a:cs typeface="Yu Gothic"/>
              </a:rPr>
              <a:t>10 倍</a:t>
            </a:r>
            <a:r>
              <a:rPr sz="1700" b="0">
                <a:solidFill>
                  <a:srgbClr val="101426"/>
                </a:solidFill>
                <a:latin typeface="Yu Gothic"/>
                <a:ea typeface="Yu Gothic"/>
                <a:cs typeface="Yu Gothic"/>
              </a:rPr>
              <a:t>。</a:t>
            </a:r>
          </a:p>
          <a:p>
            <a:pPr>
              <a:lnSpc>
                <a:spcPct val="125000"/>
              </a:lnSpc>
              <a:spcAft>
                <a:spcPts val="1000"/>
              </a:spcAft>
            </a:pPr>
            <a:r>
              <a:rPr sz="1700" b="0">
                <a:solidFill>
                  <a:srgbClr val="101426"/>
                </a:solidFill>
                <a:latin typeface="Yu Gothic"/>
                <a:ea typeface="Yu Gothic"/>
                <a:cs typeface="Yu Gothic"/>
              </a:rPr>
              <a:t>η ∝ Δν/(C√R) はコントラストに線形、光子レートに √ で効く。釣り合いの位置は量的問題である。</a:t>
            </a:r>
          </a:p>
        </p:txBody>
      </p:sp>
      <p:sp>
        <p:nvSpPr>
          <p:cNvPr id="5" name="TextBox 4"/>
          <p:cNvSpPr txBox="1"/>
          <p:nvPr/>
        </p:nvSpPr>
        <p:spPr>
          <a:xfrm>
            <a:off x="502920" y="6327648"/>
            <a:ext cx="8686800" cy="274320"/>
          </a:xfrm>
          <a:prstGeom prst="rect">
            <a:avLst/>
          </a:prstGeom>
          <a:noFill/>
        </p:spPr>
        <p:txBody>
          <a:bodyPr wrap="square" lIns="0" rIns="0" tIns="0" bIns="0">
            <a:spAutoFit/>
          </a:bodyPr>
          <a:lstStyle/>
          <a:p>
            <a:pPr>
              <a:lnSpc>
                <a:spcPct val="125000"/>
              </a:lnSpc>
              <a:spcAft>
                <a:spcPts val="0"/>
              </a:spcAft>
            </a:pPr>
            <a:r>
              <a:rPr sz="900" b="0">
                <a:solidFill>
                  <a:srgbClr val="6E7488"/>
                </a:solidFill>
                <a:latin typeface="Yu Gothic"/>
                <a:ea typeface="Yu Gothic"/>
                <a:cs typeface="Yu Gothic"/>
              </a:rPr>
              <a:t>K. O. Ho, C. Dailledouze et al., arXiv:2606.02399 (2026) — DFT + DAC。灰色の常圧曲線は単一有効フォノン近似（50 GPa 以下では粗い）。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1">
                <a:solidFill>
                  <a:srgbClr val="1C3177"/>
                </a:solidFill>
                <a:latin typeface="Yu Gothic"/>
                <a:ea typeface="Yu Gothic"/>
                <a:cs typeface="Yu Gothic"/>
              </a:rPr>
              <a:t>最適は 474 nm、5% 許容窓は 462–486 nm</a:t>
            </a:r>
          </a:p>
        </p:txBody>
      </p:sp>
      <p:pic>
        <p:nvPicPr>
          <p:cNvPr id="3" name="Picture 2" descr="talk_answer_120GPa_st.png"/>
          <p:cNvPicPr>
            <a:picLocks noChangeAspect="1"/>
          </p:cNvPicPr>
          <p:nvPr/>
        </p:nvPicPr>
        <p:blipFill>
          <a:blip r:embed="rId2"/>
          <a:stretch>
            <a:fillRect/>
          </a:stretch>
        </p:blipFill>
        <p:spPr>
          <a:xfrm>
            <a:off x="411480" y="1325880"/>
            <a:ext cx="7040880" cy="3775353"/>
          </a:xfrm>
          <a:prstGeom prst="rect">
            <a:avLst/>
          </a:prstGeom>
        </p:spPr>
      </p:pic>
      <p:graphicFrame>
        <p:nvGraphicFramePr>
          <p:cNvPr id="4" name="Table 3"/>
          <p:cNvGraphicFramePr>
            <a:graphicFrameLocks noGrp="1"/>
          </p:cNvGraphicFramePr>
          <p:nvPr/>
        </p:nvGraphicFramePr>
        <p:xfrm>
          <a:off x="7726679" y="1325880"/>
          <a:ext cx="3977640" cy="1737360"/>
        </p:xfrm>
        <a:graphic>
          <a:graphicData uri="http://schemas.openxmlformats.org/drawingml/2006/table">
            <a:tbl>
              <a:tblPr firstRow="1">
                <a:tableStyleId>{5C22544A-7EE6-4342-B048-85BDC9FD1C3A}</a:tableStyleId>
              </a:tblPr>
              <a:tblGrid>
                <a:gridCol w="1234440"/>
                <a:gridCol w="1051560"/>
                <a:gridCol w="1691640"/>
              </a:tblGrid>
              <a:tr h="434340">
                <a:tc>
                  <a:txBody>
                    <a:bodyPr wrap="square"/>
                    <a:lstStyle/>
                    <a:p>
                      <a:r>
                        <a:rPr sz="1500" b="1">
                          <a:solidFill>
                            <a:srgbClr val="FFFFFF"/>
                          </a:solidFill>
                          <a:latin typeface="Yu Gothic"/>
                          <a:ea typeface="Yu Gothic"/>
                          <a:cs typeface="Yu Gothic"/>
                        </a:rPr>
                        <a:t>励起線</a:t>
                      </a:r>
                    </a:p>
                  </a:txBody>
                  <a:tcPr anchor="ctr" marL="73152" marR="73152" marT="36576" marB="36576">
                    <a:solidFill>
                      <a:srgbClr val="1C3177"/>
                    </a:solidFill>
                  </a:tcPr>
                </a:tc>
                <a:tc>
                  <a:txBody>
                    <a:bodyPr wrap="square"/>
                    <a:lstStyle/>
                    <a:p>
                      <a:r>
                        <a:rPr sz="1500" b="1">
                          <a:solidFill>
                            <a:srgbClr val="FFFFFF"/>
                          </a:solidFill>
                          <a:latin typeface="Yu Gothic"/>
                          <a:ea typeface="Yu Gothic"/>
                          <a:cs typeface="Yu Gothic"/>
                        </a:rPr>
                        <a:t>η/η（最適）</a:t>
                      </a:r>
                    </a:p>
                  </a:txBody>
                  <a:tcPr anchor="ctr" marL="73152" marR="73152" marT="36576" marB="36576">
                    <a:solidFill>
                      <a:srgbClr val="1C3177"/>
                    </a:solidFill>
                  </a:tcPr>
                </a:tc>
                <a:tc>
                  <a:txBody>
                    <a:bodyPr wrap="square"/>
                    <a:lstStyle/>
                    <a:p>
                      <a:r>
                        <a:rPr sz="1500" b="1">
                          <a:solidFill>
                            <a:srgbClr val="FFFFFF"/>
                          </a:solidFill>
                          <a:latin typeface="Yu Gothic"/>
                          <a:ea typeface="Yu Gothic"/>
                          <a:cs typeface="Yu Gothic"/>
                        </a:rPr>
                        <a:t/>
                      </a:r>
                    </a:p>
                  </a:txBody>
                  <a:tcPr anchor="ctr" marL="73152" marR="73152" marT="36576" marB="36576">
                    <a:solidFill>
                      <a:srgbClr val="1C3177"/>
                    </a:solidFill>
                  </a:tcPr>
                </a:tc>
              </a:tr>
              <a:tr h="434340">
                <a:tc>
                  <a:txBody>
                    <a:bodyPr wrap="square"/>
                    <a:lstStyle/>
                    <a:p>
                      <a:r>
                        <a:rPr sz="1500" b="0">
                          <a:solidFill>
                            <a:srgbClr val="101426"/>
                          </a:solidFill>
                          <a:latin typeface="Yu Gothic"/>
                          <a:ea typeface="Yu Gothic"/>
                          <a:cs typeface="Yu Gothic"/>
                        </a:rPr>
                        <a:t>405 nm</a:t>
                      </a:r>
                    </a:p>
                  </a:txBody>
                  <a:tcPr anchor="ctr" marL="73152" marR="73152" marT="36576" marB="36576">
                    <a:noFill/>
                  </a:tcPr>
                </a:tc>
                <a:tc>
                  <a:txBody>
                    <a:bodyPr wrap="square"/>
                    <a:lstStyle/>
                    <a:p>
                      <a:r>
                        <a:rPr sz="1500" b="0">
                          <a:solidFill>
                            <a:srgbClr val="101426"/>
                          </a:solidFill>
                          <a:latin typeface="Yu Gothic"/>
                          <a:ea typeface="Yu Gothic"/>
                          <a:cs typeface="Yu Gothic"/>
                        </a:rPr>
                        <a:t>3.67</a:t>
                      </a:r>
                    </a:p>
                  </a:txBody>
                  <a:tcPr anchor="ctr" marL="73152" marR="73152" marT="36576" marB="36576">
                    <a:noFill/>
                  </a:tcPr>
                </a:tc>
                <a:tc>
                  <a:txBody>
                    <a:bodyPr wrap="square"/>
                    <a:lstStyle/>
                    <a:p>
                      <a:r>
                        <a:rPr sz="1500" b="0">
                          <a:solidFill>
                            <a:srgbClr val="101426"/>
                          </a:solidFill>
                          <a:latin typeface="Yu Gothic"/>
                          <a:ea typeface="Yu Gothic"/>
                          <a:cs typeface="Yu Gothic"/>
                        </a:rPr>
                        <a:t>イオン化端</a:t>
                      </a:r>
                    </a:p>
                  </a:txBody>
                  <a:tcPr anchor="ctr" marL="73152" marR="73152" marT="36576" marB="36576">
                    <a:noFill/>
                  </a:tcPr>
                </a:tc>
              </a:tr>
              <a:tr h="434340">
                <a:tc>
                  <a:txBody>
                    <a:bodyPr wrap="square"/>
                    <a:lstStyle/>
                    <a:p>
                      <a:r>
                        <a:rPr sz="1500" b="1">
                          <a:solidFill>
                            <a:srgbClr val="101426"/>
                          </a:solidFill>
                          <a:latin typeface="Yu Gothic"/>
                          <a:ea typeface="Yu Gothic"/>
                          <a:cs typeface="Yu Gothic"/>
                        </a:rPr>
                        <a:t>473 nm</a:t>
                      </a:r>
                    </a:p>
                  </a:txBody>
                  <a:tcPr anchor="ctr" marL="73152" marR="73152" marT="36576" marB="36576">
                    <a:solidFill>
                      <a:srgbClr val="E8EAF1"/>
                    </a:solidFill>
                  </a:tcPr>
                </a:tc>
                <a:tc>
                  <a:txBody>
                    <a:bodyPr wrap="square"/>
                    <a:lstStyle/>
                    <a:p>
                      <a:r>
                        <a:rPr sz="1500" b="1">
                          <a:solidFill>
                            <a:srgbClr val="101426"/>
                          </a:solidFill>
                          <a:latin typeface="Yu Gothic"/>
                          <a:ea typeface="Yu Gothic"/>
                          <a:cs typeface="Yu Gothic"/>
                        </a:rPr>
                        <a:t>1.00</a:t>
                      </a:r>
                    </a:p>
                  </a:txBody>
                  <a:tcPr anchor="ctr" marL="73152" marR="73152" marT="36576" marB="36576">
                    <a:solidFill>
                      <a:srgbClr val="E8EAF1"/>
                    </a:solidFill>
                  </a:tcPr>
                </a:tc>
                <a:tc>
                  <a:txBody>
                    <a:bodyPr wrap="square"/>
                    <a:lstStyle/>
                    <a:p>
                      <a:r>
                        <a:rPr sz="1500" b="1">
                          <a:solidFill>
                            <a:srgbClr val="101426"/>
                          </a:solidFill>
                          <a:latin typeface="Yu Gothic"/>
                          <a:ea typeface="Yu Gothic"/>
                          <a:cs typeface="Yu Gothic"/>
                        </a:rPr>
                        <a:t>市販 DPSS</a:t>
                      </a:r>
                    </a:p>
                  </a:txBody>
                  <a:tcPr anchor="ctr" marL="73152" marR="73152" marT="36576" marB="36576">
                    <a:solidFill>
                      <a:srgbClr val="E8EAF1"/>
                    </a:solidFill>
                  </a:tcPr>
                </a:tc>
              </a:tr>
              <a:tr h="434340">
                <a:tc>
                  <a:txBody>
                    <a:bodyPr wrap="square"/>
                    <a:lstStyle/>
                    <a:p>
                      <a:r>
                        <a:rPr sz="1500" b="0">
                          <a:solidFill>
                            <a:srgbClr val="101426"/>
                          </a:solidFill>
                          <a:latin typeface="Yu Gothic"/>
                          <a:ea typeface="Yu Gothic"/>
                          <a:cs typeface="Yu Gothic"/>
                        </a:rPr>
                        <a:t>532 nm</a:t>
                      </a:r>
                    </a:p>
                  </a:txBody>
                  <a:tcPr anchor="ctr" marL="73152" marR="73152" marT="36576" marB="36576">
                    <a:noFill/>
                  </a:tcPr>
                </a:tc>
                <a:tc>
                  <a:txBody>
                    <a:bodyPr wrap="square"/>
                    <a:lstStyle/>
                    <a:p>
                      <a:r>
                        <a:rPr sz="1500" b="0">
                          <a:solidFill>
                            <a:srgbClr val="101426"/>
                          </a:solidFill>
                          <a:latin typeface="Yu Gothic"/>
                          <a:ea typeface="Yu Gothic"/>
                          <a:cs typeface="Yu Gothic"/>
                        </a:rPr>
                        <a:t>2.66</a:t>
                      </a:r>
                    </a:p>
                  </a:txBody>
                  <a:tcPr anchor="ctr" marL="73152" marR="73152" marT="36576" marB="36576">
                    <a:noFill/>
                  </a:tcPr>
                </a:tc>
                <a:tc>
                  <a:txBody>
                    <a:bodyPr wrap="square"/>
                    <a:lstStyle/>
                    <a:p>
                      <a:r>
                        <a:rPr sz="1500" b="0">
                          <a:solidFill>
                            <a:srgbClr val="101426"/>
                          </a:solidFill>
                          <a:latin typeface="Yu Gothic"/>
                          <a:ea typeface="Yu Gothic"/>
                          <a:cs typeface="Yu Gothic"/>
                        </a:rPr>
                        <a:t>従来の既定</a:t>
                      </a:r>
                    </a:p>
                  </a:txBody>
                  <a:tcPr anchor="ctr" marL="73152" marR="73152" marT="36576" marB="36576">
                    <a:noFill/>
                  </a:tcPr>
                </a:tc>
              </a:tr>
            </a:tbl>
          </a:graphicData>
        </a:graphic>
      </p:graphicFrame>
      <p:sp>
        <p:nvSpPr>
          <p:cNvPr id="5" name="TextBox 4"/>
          <p:cNvSpPr txBox="1"/>
          <p:nvPr/>
        </p:nvSpPr>
        <p:spPr>
          <a:xfrm>
            <a:off x="7726679" y="3429000"/>
            <a:ext cx="3977639" cy="2194560"/>
          </a:xfrm>
          <a:prstGeom prst="rect">
            <a:avLst/>
          </a:prstGeom>
          <a:noFill/>
        </p:spPr>
        <p:txBody>
          <a:bodyPr wrap="square" lIns="0" rIns="0" tIns="0" bIns="0">
            <a:spAutoFit/>
          </a:bodyPr>
          <a:lstStyle/>
          <a:p>
            <a:pPr>
              <a:lnSpc>
                <a:spcPct val="125000"/>
              </a:lnSpc>
              <a:spcAft>
                <a:spcPts val="1000"/>
              </a:spcAft>
            </a:pPr>
            <a:r>
              <a:rPr sz="1700" b="1">
                <a:solidFill>
                  <a:srgbClr val="101426"/>
                </a:solidFill>
                <a:latin typeface="Yu Gothic"/>
                <a:ea typeface="Yu Gothic"/>
                <a:cs typeface="Yu Gothic"/>
              </a:rPr>
              <a:t>473 nm DPSS で最適の 0.03% 以内。</a:t>
            </a:r>
          </a:p>
          <a:p>
            <a:pPr>
              <a:lnSpc>
                <a:spcPct val="125000"/>
              </a:lnSpc>
              <a:spcAft>
                <a:spcPts val="1000"/>
              </a:spcAft>
            </a:pPr>
            <a:r>
              <a:rPr sz="1700" b="0">
                <a:solidFill>
                  <a:srgbClr val="101426"/>
                </a:solidFill>
                <a:latin typeface="Yu Gothic"/>
                <a:ea typeface="Yu Gothic"/>
                <a:cs typeface="Yu Gothic"/>
              </a:rPr>
              <a:t>λ</a:t>
            </a:r>
            <a:r>
              <a:rPr sz="1700" b="0" baseline="-25000">
                <a:solidFill>
                  <a:srgbClr val="101426"/>
                </a:solidFill>
                <a:latin typeface="Yu Gothic"/>
                <a:ea typeface="Yu Gothic"/>
                <a:cs typeface="Yu Gothic"/>
              </a:rPr>
              <a:t>opt</a:t>
            </a:r>
            <a:r>
              <a:rPr sz="1700" b="0">
                <a:solidFill>
                  <a:srgbClr val="101426"/>
                </a:solidFill>
                <a:latin typeface="Yu Gothic"/>
                <a:ea typeface="Yu Gothic"/>
                <a:cs typeface="Yu Gothic"/>
              </a:rPr>
              <a:t> は ZPL に追随して 0.5 nm/GPa で動く。100 GPa では 484 nm。</a:t>
            </a:r>
          </a:p>
          <a:p>
            <a:pPr>
              <a:lnSpc>
                <a:spcPct val="125000"/>
              </a:lnSpc>
              <a:spcAft>
                <a:spcPts val="1000"/>
              </a:spcAft>
            </a:pPr>
            <a:r>
              <a:rPr sz="1700" b="0">
                <a:solidFill>
                  <a:srgbClr val="101426"/>
                </a:solidFill>
                <a:latin typeface="Yu Gothic"/>
                <a:ea typeface="Yu Gothic"/>
                <a:cs typeface="Yu Gothic"/>
              </a:rPr>
              <a:t>97–172 GPa を通す実験なら 488 nm と 473 nm の 2 本立てが有利。</a:t>
            </a:r>
          </a:p>
        </p:txBody>
      </p:sp>
      <p:sp>
        <p:nvSpPr>
          <p:cNvPr id="6" name="TextBox 5"/>
          <p:cNvSpPr txBox="1"/>
          <p:nvPr/>
        </p:nvSpPr>
        <p:spPr>
          <a:xfrm>
            <a:off x="502920" y="6327648"/>
            <a:ext cx="8686800" cy="274320"/>
          </a:xfrm>
          <a:prstGeom prst="rect">
            <a:avLst/>
          </a:prstGeom>
          <a:noFill/>
        </p:spPr>
        <p:txBody>
          <a:bodyPr wrap="square" lIns="0" rIns="0" tIns="0" bIns="0">
            <a:spAutoFit/>
          </a:bodyPr>
          <a:lstStyle/>
          <a:p>
            <a:pPr>
              <a:lnSpc>
                <a:spcPct val="125000"/>
              </a:lnSpc>
              <a:spcAft>
                <a:spcPts val="0"/>
              </a:spcAft>
            </a:pPr>
            <a:r>
              <a:rPr sz="900" b="0">
                <a:solidFill>
                  <a:srgbClr val="6E7488"/>
                </a:solidFill>
                <a:latin typeface="Yu Gothic"/>
                <a:ea typeface="Yu Gothic"/>
                <a:cs typeface="Yu Gothic"/>
              </a:rPr>
              <a:t>帯は現象論定数のモンテカルロ 16–84%。λopt = 474.0 +3.7 / −4.3 nm。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1">
                <a:solidFill>
                  <a:srgbClr val="1C3177"/>
                </a:solidFill>
                <a:latin typeface="Yu Gothic"/>
                <a:ea typeface="Yu Gothic"/>
                <a:cs typeface="Yu Gothic"/>
              </a:rPr>
              <a:t>最適波長を動かすのは測定量だけである</a:t>
            </a:r>
          </a:p>
        </p:txBody>
      </p:sp>
      <p:pic>
        <p:nvPicPr>
          <p:cNvPr id="3" name="Picture 2" descr="tornado_lambda_opt_120GPa_st.png"/>
          <p:cNvPicPr>
            <a:picLocks noChangeAspect="1"/>
          </p:cNvPicPr>
          <p:nvPr/>
        </p:nvPicPr>
        <p:blipFill>
          <a:blip r:embed="rId2"/>
          <a:stretch>
            <a:fillRect/>
          </a:stretch>
        </p:blipFill>
        <p:spPr>
          <a:xfrm>
            <a:off x="411480" y="1234440"/>
            <a:ext cx="7040880" cy="3653181"/>
          </a:xfrm>
          <a:prstGeom prst="rect">
            <a:avLst/>
          </a:prstGeom>
        </p:spPr>
      </p:pic>
      <p:sp>
        <p:nvSpPr>
          <p:cNvPr id="4" name="TextBox 3"/>
          <p:cNvSpPr txBox="1"/>
          <p:nvPr/>
        </p:nvSpPr>
        <p:spPr>
          <a:xfrm>
            <a:off x="7726679" y="1417320"/>
            <a:ext cx="3977639" cy="4206240"/>
          </a:xfrm>
          <a:prstGeom prst="rect">
            <a:avLst/>
          </a:prstGeom>
          <a:noFill/>
        </p:spPr>
        <p:txBody>
          <a:bodyPr wrap="square" lIns="0" rIns="0" tIns="0" bIns="0">
            <a:spAutoFit/>
          </a:bodyPr>
          <a:lstStyle/>
          <a:p>
            <a:pPr>
              <a:lnSpc>
                <a:spcPct val="125000"/>
              </a:lnSpc>
              <a:spcAft>
                <a:spcPts val="1000"/>
              </a:spcAft>
            </a:pPr>
            <a:r>
              <a:rPr sz="1700" b="0">
                <a:solidFill>
                  <a:srgbClr val="101426"/>
                </a:solidFill>
                <a:latin typeface="Yu Gothic"/>
                <a:ea typeface="Yu Gothic"/>
                <a:cs typeface="Yu Gothic"/>
              </a:rPr>
              <a:t>励起状態イオン化と再結合はどちらも σ</a:t>
            </a:r>
            <a:r>
              <a:rPr sz="1700" b="0" baseline="-25000">
                <a:solidFill>
                  <a:srgbClr val="101426"/>
                </a:solidFill>
                <a:latin typeface="Yu Gothic"/>
                <a:ea typeface="Yu Gothic"/>
                <a:cs typeface="Yu Gothic"/>
              </a:rPr>
              <a:t>abs</a:t>
            </a:r>
            <a:r>
              <a:rPr sz="1700" b="0">
                <a:solidFill>
                  <a:srgbClr val="101426"/>
                </a:solidFill>
                <a:latin typeface="Yu Gothic"/>
                <a:ea typeface="Yu Gothic"/>
                <a:cs typeface="Yu Gothic"/>
              </a:rPr>
              <a:t> に比例するので、定常 NV⁻ 分率 f₋ から 0.2% の精度で相殺する。</a:t>
            </a:r>
          </a:p>
          <a:p>
            <a:pPr>
              <a:lnSpc>
                <a:spcPct val="125000"/>
              </a:lnSpc>
              <a:spcAft>
                <a:spcPts val="1000"/>
              </a:spcAft>
            </a:pPr>
            <a:r>
              <a:rPr sz="1700" b="0">
                <a:solidFill>
                  <a:srgbClr val="101426"/>
                </a:solidFill>
                <a:latin typeface="Yu Gothic"/>
                <a:ea typeface="Yu Gothic"/>
                <a:cs typeface="Yu Gothic"/>
              </a:rPr>
              <a:t>固定パワーでの最適は </a:t>
            </a:r>
            <a:r>
              <a:rPr sz="1700" b="1">
                <a:solidFill>
                  <a:srgbClr val="1C3177"/>
                </a:solidFill>
                <a:latin typeface="Yu Gothic"/>
                <a:ea typeface="Yu Gothic"/>
                <a:cs typeface="Yu Gothic"/>
              </a:rPr>
              <a:t>吸収極大そのもの</a:t>
            </a:r>
            <a:r>
              <a:rPr sz="1700" b="0">
                <a:solidFill>
                  <a:srgbClr val="101426"/>
                </a:solidFill>
                <a:latin typeface="Yu Gothic"/>
                <a:ea typeface="Yu Gothic"/>
                <a:cs typeface="Yu Gothic"/>
              </a:rPr>
              <a:t>。</a:t>
            </a:r>
          </a:p>
          <a:p>
            <a:pPr>
              <a:lnSpc>
                <a:spcPct val="125000"/>
              </a:lnSpc>
              <a:spcAft>
                <a:spcPts val="1000"/>
              </a:spcAft>
            </a:pPr>
            <a:r>
              <a:rPr sz="1700" b="0">
                <a:solidFill>
                  <a:srgbClr val="101426"/>
                </a:solidFill>
                <a:latin typeface="Yu Gothic"/>
                <a:ea typeface="Yu Gothic"/>
                <a:cs typeface="Yu Gothic"/>
              </a:rPr>
              <a:t>校正でフィットする 9 個の定数は 1 つも λ</a:t>
            </a:r>
            <a:r>
              <a:rPr sz="1700" b="0" baseline="-25000">
                <a:solidFill>
                  <a:srgbClr val="101426"/>
                </a:solidFill>
                <a:latin typeface="Yu Gothic"/>
                <a:ea typeface="Yu Gothic"/>
                <a:cs typeface="Yu Gothic"/>
              </a:rPr>
              <a:t>opt</a:t>
            </a:r>
            <a:r>
              <a:rPr sz="1700" b="0">
                <a:solidFill>
                  <a:srgbClr val="101426"/>
                </a:solidFill>
                <a:latin typeface="Yu Gothic"/>
                <a:ea typeface="Yu Gothic"/>
                <a:cs typeface="Yu Gothic"/>
              </a:rPr>
              <a:t> を動かさない。</a:t>
            </a:r>
          </a:p>
          <a:p>
            <a:pPr>
              <a:lnSpc>
                <a:spcPct val="125000"/>
              </a:lnSpc>
              <a:spcAft>
                <a:spcPts val="1000"/>
              </a:spcAft>
            </a:pPr>
            <a:r>
              <a:rPr sz="1700" b="0">
                <a:solidFill>
                  <a:srgbClr val="101426"/>
                </a:solidFill>
                <a:latin typeface="Yu Gothic"/>
                <a:ea typeface="Yu Gothic"/>
                <a:cs typeface="Yu Gothic"/>
              </a:rPr>
              <a:t>答えを決めているのは ZPL 位置と電子格子結合 — どちらも他人が測った量である。</a:t>
            </a:r>
          </a:p>
        </p:txBody>
      </p:sp>
      <p:sp>
        <p:nvSpPr>
          <p:cNvPr id="5" name="TextBox 4"/>
          <p:cNvSpPr txBox="1"/>
          <p:nvPr/>
        </p:nvSpPr>
        <p:spPr>
          <a:xfrm>
            <a:off x="502920" y="6327648"/>
            <a:ext cx="8686800" cy="274320"/>
          </a:xfrm>
          <a:prstGeom prst="rect">
            <a:avLst/>
          </a:prstGeom>
          <a:noFill/>
        </p:spPr>
        <p:txBody>
          <a:bodyPr wrap="square" lIns="0" rIns="0" tIns="0" bIns="0">
            <a:spAutoFit/>
          </a:bodyPr>
          <a:lstStyle/>
          <a:p>
            <a:pPr>
              <a:lnSpc>
                <a:spcPct val="125000"/>
              </a:lnSpc>
              <a:spcAft>
                <a:spcPts val="0"/>
              </a:spcAft>
            </a:pPr>
            <a:r>
              <a:rPr sz="900" b="0">
                <a:solidFill>
                  <a:srgbClr val="6E7488"/>
                </a:solidFill>
                <a:latin typeface="Yu Gothic"/>
                <a:ea typeface="Yu Gothic"/>
                <a:cs typeface="Yu Gothic"/>
              </a:rPr>
              <a:t>各入力をモンテカルロ範囲の端に振り、他を公称値に固定したときの λopt の変化。</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1">
                <a:solidFill>
                  <a:srgbClr val="1C3177"/>
                </a:solidFill>
                <a:latin typeface="Yu Gothic"/>
                <a:ea typeface="Yu Gothic"/>
                <a:cs typeface="Yu Gothic"/>
              </a:rPr>
              <a:t>先行実験を、追加調整なしで再現する</a:t>
            </a:r>
          </a:p>
        </p:txBody>
      </p:sp>
      <p:pic>
        <p:nvPicPr>
          <p:cNvPr id="3" name="Picture 2" descr="repro_contrast_st.png"/>
          <p:cNvPicPr>
            <a:picLocks noChangeAspect="1"/>
          </p:cNvPicPr>
          <p:nvPr/>
        </p:nvPicPr>
        <p:blipFill>
          <a:blip r:embed="rId2"/>
          <a:stretch>
            <a:fillRect/>
          </a:stretch>
        </p:blipFill>
        <p:spPr>
          <a:xfrm>
            <a:off x="411480" y="1325880"/>
            <a:ext cx="7040880" cy="4169566"/>
          </a:xfrm>
          <a:prstGeom prst="rect">
            <a:avLst/>
          </a:prstGeom>
        </p:spPr>
      </p:pic>
      <p:sp>
        <p:nvSpPr>
          <p:cNvPr id="4" name="TextBox 3"/>
          <p:cNvSpPr txBox="1"/>
          <p:nvPr/>
        </p:nvSpPr>
        <p:spPr>
          <a:xfrm>
            <a:off x="7726679" y="1417320"/>
            <a:ext cx="3977639" cy="4389120"/>
          </a:xfrm>
          <a:prstGeom prst="rect">
            <a:avLst/>
          </a:prstGeom>
          <a:noFill/>
        </p:spPr>
        <p:txBody>
          <a:bodyPr wrap="square" lIns="0" rIns="0" tIns="0" bIns="0">
            <a:spAutoFit/>
          </a:bodyPr>
          <a:lstStyle/>
          <a:p>
            <a:pPr>
              <a:lnSpc>
                <a:spcPct val="125000"/>
              </a:lnSpc>
              <a:spcAft>
                <a:spcPts val="1000"/>
              </a:spcAft>
            </a:pPr>
            <a:r>
              <a:rPr sz="1700" b="1">
                <a:solidFill>
                  <a:srgbClr val="101426"/>
                </a:solidFill>
                <a:latin typeface="Yu Gothic"/>
                <a:ea typeface="Yu Gothic"/>
                <a:cs typeface="Yu Gothic"/>
              </a:rPr>
              <a:t>較正に使ったのは Dai 2022 の 3 点だけ</a:t>
            </a:r>
            <a:r>
              <a:rPr sz="1700" b="0">
                <a:solidFill>
                  <a:srgbClr val="101426"/>
                </a:solidFill>
                <a:latin typeface="Yu Gothic"/>
                <a:ea typeface="Yu Gothic"/>
                <a:cs typeface="Yu Gothic"/>
              </a:rPr>
              <a:t>（定数 2 個）。</a:t>
            </a:r>
          </a:p>
          <a:p>
            <a:pPr>
              <a:lnSpc>
                <a:spcPct val="125000"/>
              </a:lnSpc>
              <a:spcAft>
                <a:spcPts val="1000"/>
              </a:spcAft>
            </a:pPr>
            <a:r>
              <a:rPr sz="1700" b="0">
                <a:solidFill>
                  <a:srgbClr val="101426"/>
                </a:solidFill>
                <a:latin typeface="Yu Gothic"/>
                <a:ea typeface="Yu Gothic"/>
                <a:cs typeface="Yu Gothic"/>
              </a:rPr>
              <a:t>Hilberer 2023 のマイクロピラーは、試料形状も励起波長も異なる独立データ。自由パラメータを残さずに </a:t>
            </a:r>
            <a:r>
              <a:rPr sz="1700" b="1">
                <a:solidFill>
                  <a:srgbClr val="1C3177"/>
                </a:solidFill>
                <a:latin typeface="Yu Gothic"/>
                <a:ea typeface="Yu Gothic"/>
                <a:cs typeface="Yu Gothic"/>
              </a:rPr>
              <a:t>×0.6–1.2</a:t>
            </a:r>
            <a:r>
              <a:rPr sz="1700" b="0">
                <a:solidFill>
                  <a:srgbClr val="101426"/>
                </a:solidFill>
                <a:latin typeface="Yu Gothic"/>
                <a:ea typeface="Yu Gothic"/>
                <a:cs typeface="Yu Gothic"/>
              </a:rPr>
              <a:t> で一致する。</a:t>
            </a:r>
          </a:p>
          <a:p>
            <a:pPr>
              <a:lnSpc>
                <a:spcPct val="125000"/>
              </a:lnSpc>
              <a:spcAft>
                <a:spcPts val="1000"/>
              </a:spcAft>
            </a:pPr>
            <a:r>
              <a:rPr sz="1700" b="0">
                <a:solidFill>
                  <a:srgbClr val="101426"/>
                </a:solidFill>
                <a:latin typeface="Yu Gothic"/>
                <a:ea typeface="Yu Gothic"/>
                <a:cs typeface="Yu Gothic"/>
              </a:rPr>
              <a:t>定性的な再現も同じモデルから出る：17 GPa で 405 nm 共鳴は現れず 100 GPa で現れる／50 GPa では 450 nm に優位がない／励起を 532 → 488 → 457 nm と下げる運用順序。</a:t>
            </a:r>
          </a:p>
          <a:p>
            <a:pPr>
              <a:lnSpc>
                <a:spcPct val="125000"/>
              </a:lnSpc>
              <a:spcAft>
                <a:spcPts val="1000"/>
              </a:spcAft>
            </a:pPr>
            <a:r>
              <a:rPr sz="1700" b="0">
                <a:solidFill>
                  <a:srgbClr val="101426"/>
                </a:solidFill>
                <a:latin typeface="Yu Gothic"/>
                <a:ea typeface="Yu Gothic"/>
                <a:cs typeface="Yu Gothic"/>
              </a:rPr>
              <a:t>0–150 GPa・4 波長で 26/26。うち較正 4 件、null 結果 1 件、未再現 1 件は OPEN と申告。</a:t>
            </a:r>
          </a:p>
        </p:txBody>
      </p:sp>
      <p:sp>
        <p:nvSpPr>
          <p:cNvPr id="5" name="TextBox 4"/>
          <p:cNvSpPr txBox="1"/>
          <p:nvPr/>
        </p:nvSpPr>
        <p:spPr>
          <a:xfrm>
            <a:off x="502920" y="6327648"/>
            <a:ext cx="8686800" cy="274320"/>
          </a:xfrm>
          <a:prstGeom prst="rect">
            <a:avLst/>
          </a:prstGeom>
          <a:noFill/>
        </p:spPr>
        <p:txBody>
          <a:bodyPr wrap="square" lIns="0" rIns="0" tIns="0" bIns="0">
            <a:spAutoFit/>
          </a:bodyPr>
          <a:lstStyle/>
          <a:p>
            <a:pPr>
              <a:lnSpc>
                <a:spcPct val="125000"/>
              </a:lnSpc>
              <a:spcAft>
                <a:spcPts val="0"/>
              </a:spcAft>
            </a:pPr>
            <a:r>
              <a:rPr sz="900" b="0">
                <a:solidFill>
                  <a:srgbClr val="6E7488"/>
                </a:solidFill>
                <a:latin typeface="Yu Gothic"/>
                <a:ea typeface="Yu Gothic"/>
                <a:cs typeface="Yu Gothic"/>
              </a:rPr>
              <a:t>J.-H. Dai et al., Chin. Phys. Lett. 39, 117601 (2022);  A. Hilberer et al., PRB 107, L220102 (2023);  P. Bhattacharyya, PhD thesis, UC Berkeley (2022).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1">
                <a:solidFill>
                  <a:srgbClr val="1C3177"/>
                </a:solidFill>
                <a:latin typeface="Yu Gothic"/>
                <a:ea typeface="Yu Gothic"/>
                <a:cs typeface="Yu Gothic"/>
              </a:rPr>
              <a:t>約 70 GPa で緑と青が入れ替わる</a:t>
            </a:r>
          </a:p>
        </p:txBody>
      </p:sp>
      <p:pic>
        <p:nvPicPr>
          <p:cNvPr id="3" name="Picture 2" descr="threshold_green_blue_st.png"/>
          <p:cNvPicPr>
            <a:picLocks noChangeAspect="1"/>
          </p:cNvPicPr>
          <p:nvPr/>
        </p:nvPicPr>
        <p:blipFill>
          <a:blip r:embed="rId2"/>
          <a:stretch>
            <a:fillRect/>
          </a:stretch>
        </p:blipFill>
        <p:spPr>
          <a:xfrm>
            <a:off x="411480" y="1325880"/>
            <a:ext cx="7040880" cy="3914071"/>
          </a:xfrm>
          <a:prstGeom prst="rect">
            <a:avLst/>
          </a:prstGeom>
        </p:spPr>
      </p:pic>
      <p:sp>
        <p:nvSpPr>
          <p:cNvPr id="4" name="TextBox 3"/>
          <p:cNvSpPr txBox="1"/>
          <p:nvPr/>
        </p:nvSpPr>
        <p:spPr>
          <a:xfrm>
            <a:off x="7726679" y="1417320"/>
            <a:ext cx="3977639" cy="4206240"/>
          </a:xfrm>
          <a:prstGeom prst="rect">
            <a:avLst/>
          </a:prstGeom>
          <a:noFill/>
        </p:spPr>
        <p:txBody>
          <a:bodyPr wrap="square" lIns="0" rIns="0" tIns="0" bIns="0">
            <a:spAutoFit/>
          </a:bodyPr>
          <a:lstStyle/>
          <a:p>
            <a:pPr>
              <a:lnSpc>
                <a:spcPct val="125000"/>
              </a:lnSpc>
              <a:spcAft>
                <a:spcPts val="1000"/>
              </a:spcAft>
            </a:pPr>
            <a:r>
              <a:rPr sz="1700" b="0">
                <a:solidFill>
                  <a:srgbClr val="101426"/>
                </a:solidFill>
                <a:latin typeface="Yu Gothic"/>
                <a:ea typeface="Yu Gothic"/>
                <a:cs typeface="Yu Gothic"/>
              </a:rPr>
              <a:t>50 GPa で青と緑を比較した既報は、</a:t>
            </a:r>
            <a:r>
              <a:rPr sz="1700" b="1">
                <a:solidFill>
                  <a:srgbClr val="101426"/>
                </a:solidFill>
                <a:latin typeface="Yu Gothic"/>
                <a:ea typeface="Yu Gothic"/>
                <a:cs typeface="Yu Gothic"/>
              </a:rPr>
              <a:t>青の明確な優位を見つけなかった</a:t>
            </a:r>
            <a:r>
              <a:rPr sz="1700" b="0">
                <a:solidFill>
                  <a:srgbClr val="101426"/>
                </a:solidFill>
                <a:latin typeface="Yu Gothic"/>
                <a:ea typeface="Yu Gothic"/>
                <a:cs typeface="Yu Gothic"/>
              </a:rPr>
              <a:t>。</a:t>
            </a:r>
          </a:p>
          <a:p>
            <a:pPr>
              <a:lnSpc>
                <a:spcPct val="125000"/>
              </a:lnSpc>
              <a:spcAft>
                <a:spcPts val="1000"/>
              </a:spcAft>
            </a:pPr>
            <a:r>
              <a:rPr sz="1700" b="0">
                <a:solidFill>
                  <a:srgbClr val="101426"/>
                </a:solidFill>
                <a:latin typeface="Yu Gothic"/>
                <a:ea typeface="Yu Gothic"/>
                <a:cs typeface="Yu Gothic"/>
              </a:rPr>
              <a:t>モデルはそこで 0.59、つまり緑が有利と答える。見つからなかったことが再現になっている。</a:t>
            </a:r>
          </a:p>
          <a:p>
            <a:pPr>
              <a:lnSpc>
                <a:spcPct val="125000"/>
              </a:lnSpc>
              <a:spcAft>
                <a:spcPts val="1000"/>
              </a:spcAft>
            </a:pPr>
            <a:r>
              <a:rPr sz="1700" b="0">
                <a:solidFill>
                  <a:srgbClr val="101426"/>
                </a:solidFill>
                <a:latin typeface="Yu Gothic"/>
                <a:ea typeface="Yu Gothic"/>
                <a:cs typeface="Yu Gothic"/>
              </a:rPr>
              <a:t>単一圧力の比較に乗る波長依存の系統誤差は圧力に依らないので、比が 1 を横切る位置を作ることも動かすこともできない。</a:t>
            </a:r>
          </a:p>
          <a:p>
            <a:pPr>
              <a:lnSpc>
                <a:spcPct val="125000"/>
              </a:lnSpc>
              <a:spcAft>
                <a:spcPts val="1000"/>
              </a:spcAft>
            </a:pPr>
            <a:r>
              <a:rPr sz="1700" b="1">
                <a:solidFill>
                  <a:srgbClr val="1C3177"/>
                </a:solidFill>
                <a:latin typeface="Yu Gothic"/>
                <a:ea typeface="Yu Gothic"/>
                <a:cs typeface="Yu Gothic"/>
              </a:rPr>
              <a:t>これが本研究を反証する測定である。</a:t>
            </a:r>
          </a:p>
        </p:txBody>
      </p:sp>
      <p:sp>
        <p:nvSpPr>
          <p:cNvPr id="5" name="TextBox 4"/>
          <p:cNvSpPr txBox="1"/>
          <p:nvPr/>
        </p:nvSpPr>
        <p:spPr>
          <a:xfrm>
            <a:off x="502920" y="6327648"/>
            <a:ext cx="8686800" cy="274320"/>
          </a:xfrm>
          <a:prstGeom prst="rect">
            <a:avLst/>
          </a:prstGeom>
          <a:noFill/>
        </p:spPr>
        <p:txBody>
          <a:bodyPr wrap="square" lIns="0" rIns="0" tIns="0" bIns="0">
            <a:spAutoFit/>
          </a:bodyPr>
          <a:lstStyle/>
          <a:p>
            <a:pPr>
              <a:lnSpc>
                <a:spcPct val="125000"/>
              </a:lnSpc>
              <a:spcAft>
                <a:spcPts val="0"/>
              </a:spcAft>
            </a:pPr>
            <a:r>
              <a:rPr sz="900" b="0">
                <a:solidFill>
                  <a:srgbClr val="6E7488"/>
                </a:solidFill>
                <a:latin typeface="Yu Gothic"/>
                <a:ea typeface="Yu Gothic"/>
                <a:cs typeface="Yu Gothic"/>
              </a:rPr>
              <a:t>P. Bhattacharyya, PhD thesis, UC Berkeley (2022), Sec. 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1">
                <a:solidFill>
                  <a:srgbClr val="1C3177"/>
                </a:solidFill>
                <a:latin typeface="Yu Gothic"/>
                <a:ea typeface="Yu Gothic"/>
                <a:cs typeface="Yu Gothic"/>
              </a:rPr>
              <a:t>474 nm が成り立つ条件、成り立たない条件</a:t>
            </a:r>
          </a:p>
        </p:txBody>
      </p:sp>
      <p:graphicFrame>
        <p:nvGraphicFramePr>
          <p:cNvPr id="3" name="Table 2"/>
          <p:cNvGraphicFramePr>
            <a:graphicFrameLocks noGrp="1"/>
          </p:cNvGraphicFramePr>
          <p:nvPr/>
        </p:nvGraphicFramePr>
        <p:xfrm>
          <a:off x="502920" y="1234440"/>
          <a:ext cx="11155680" cy="3566160"/>
        </p:xfrm>
        <a:graphic>
          <a:graphicData uri="http://schemas.openxmlformats.org/drawingml/2006/table">
            <a:tbl>
              <a:tblPr firstRow="1">
                <a:tableStyleId>{5C22544A-7EE6-4342-B048-85BDC9FD1C3A}</a:tableStyleId>
              </a:tblPr>
              <a:tblGrid>
                <a:gridCol w="1188720"/>
                <a:gridCol w="3200400"/>
                <a:gridCol w="6766560"/>
              </a:tblGrid>
              <a:tr h="713232">
                <a:tc>
                  <a:txBody>
                    <a:bodyPr wrap="square"/>
                    <a:lstStyle/>
                    <a:p>
                      <a:r>
                        <a:rPr sz="1400" b="1">
                          <a:solidFill>
                            <a:srgbClr val="FFFFFF"/>
                          </a:solidFill>
                          <a:latin typeface="Yu Gothic"/>
                          <a:ea typeface="Yu Gothic"/>
                          <a:cs typeface="Yu Gothic"/>
                        </a:rPr>
                        <a:t>境界</a:t>
                      </a:r>
                    </a:p>
                  </a:txBody>
                  <a:tcPr anchor="ctr" marL="73152" marR="73152" marT="36576" marB="36576">
                    <a:solidFill>
                      <a:srgbClr val="1C3177"/>
                    </a:solidFill>
                  </a:tcPr>
                </a:tc>
                <a:tc>
                  <a:txBody>
                    <a:bodyPr wrap="square"/>
                    <a:lstStyle/>
                    <a:p>
                      <a:r>
                        <a:rPr sz="1400" b="1">
                          <a:solidFill>
                            <a:srgbClr val="FFFFFF"/>
                          </a:solidFill>
                          <a:latin typeface="Yu Gothic"/>
                          <a:ea typeface="Yu Gothic"/>
                          <a:cs typeface="Yu Gothic"/>
                        </a:rPr>
                        <a:t>条件</a:t>
                      </a:r>
                    </a:p>
                  </a:txBody>
                  <a:tcPr anchor="ctr" marL="73152" marR="73152" marT="36576" marB="36576">
                    <a:solidFill>
                      <a:srgbClr val="1C3177"/>
                    </a:solidFill>
                  </a:tcPr>
                </a:tc>
                <a:tc>
                  <a:txBody>
                    <a:bodyPr wrap="square"/>
                    <a:lstStyle/>
                    <a:p>
                      <a:r>
                        <a:rPr sz="1400" b="1">
                          <a:solidFill>
                            <a:srgbClr val="FFFFFF"/>
                          </a:solidFill>
                          <a:latin typeface="Yu Gothic"/>
                          <a:ea typeface="Yu Gothic"/>
                          <a:cs typeface="Yu Gothic"/>
                        </a:rPr>
                        <a:t>外れたとき</a:t>
                      </a:r>
                    </a:p>
                  </a:txBody>
                  <a:tcPr anchor="ctr" marL="73152" marR="73152" marT="36576" marB="36576">
                    <a:solidFill>
                      <a:srgbClr val="1C3177"/>
                    </a:solidFill>
                  </a:tcPr>
                </a:tc>
              </a:tr>
              <a:tr h="713232">
                <a:tc>
                  <a:txBody>
                    <a:bodyPr wrap="square"/>
                    <a:lstStyle/>
                    <a:p>
                      <a:r>
                        <a:rPr sz="1400" b="0">
                          <a:solidFill>
                            <a:srgbClr val="101426"/>
                          </a:solidFill>
                          <a:latin typeface="Yu Gothic"/>
                          <a:ea typeface="Yu Gothic"/>
                          <a:cs typeface="Yu Gothic"/>
                        </a:rPr>
                        <a:t>応力</a:t>
                      </a:r>
                    </a:p>
                  </a:txBody>
                  <a:tcPr anchor="ctr" marL="73152" marR="73152" marT="36576" marB="36576">
                    <a:noFill/>
                  </a:tcPr>
                </a:tc>
                <a:tc>
                  <a:txBody>
                    <a:bodyPr wrap="square"/>
                    <a:lstStyle/>
                    <a:p>
                      <a:r>
                        <a:rPr sz="1400" b="0">
                          <a:solidFill>
                            <a:srgbClr val="101426"/>
                          </a:solidFill>
                          <a:latin typeface="Yu Gothic"/>
                          <a:ea typeface="Yu Gothic"/>
                          <a:cs typeface="Yu Gothic"/>
                        </a:rPr>
                        <a:t>準静水圧 (micropillar, α ≈ 0.95)</a:t>
                      </a:r>
                    </a:p>
                  </a:txBody>
                  <a:tcPr anchor="ctr" marL="73152" marR="73152" marT="36576" marB="36576">
                    <a:noFill/>
                  </a:tcPr>
                </a:tc>
                <a:tc>
                  <a:txBody>
                    <a:bodyPr wrap="square"/>
                    <a:lstStyle/>
                    <a:p>
                      <a:r>
                        <a:rPr sz="1400" b="0">
                          <a:solidFill>
                            <a:srgbClr val="101426"/>
                          </a:solidFill>
                          <a:latin typeface="Yu Gothic"/>
                          <a:ea typeface="Yu Gothic"/>
                          <a:cs typeface="Yu Gothic"/>
                        </a:rPr>
                        <a:t>平坦キュレット (α = 0.56) なら 508 nm。その形状は 40–50 GPa で ODMR コントラストを失う — micropillar は前提条件</a:t>
                      </a:r>
                    </a:p>
                  </a:txBody>
                  <a:tcPr anchor="ctr" marL="73152" marR="73152" marT="36576" marB="36576">
                    <a:noFill/>
                  </a:tcPr>
                </a:tc>
              </a:tr>
              <a:tr h="713232">
                <a:tc>
                  <a:txBody>
                    <a:bodyPr wrap="square"/>
                    <a:lstStyle/>
                    <a:p>
                      <a:r>
                        <a:rPr sz="1400" b="0">
                          <a:solidFill>
                            <a:srgbClr val="101426"/>
                          </a:solidFill>
                          <a:latin typeface="Yu Gothic"/>
                          <a:ea typeface="Yu Gothic"/>
                          <a:cs typeface="Yu Gothic"/>
                        </a:rPr>
                        <a:t>圧力</a:t>
                      </a:r>
                    </a:p>
                  </a:txBody>
                  <a:tcPr anchor="ctr" marL="73152" marR="73152" marT="36576" marB="36576">
                    <a:noFill/>
                  </a:tcPr>
                </a:tc>
                <a:tc>
                  <a:txBody>
                    <a:bodyPr wrap="square"/>
                    <a:lstStyle/>
                    <a:p>
                      <a:r>
                        <a:rPr sz="1400" b="0">
                          <a:solidFill>
                            <a:srgbClr val="101426"/>
                          </a:solidFill>
                          <a:latin typeface="Yu Gothic"/>
                          <a:ea typeface="Yu Gothic"/>
                          <a:cs typeface="Yu Gothic"/>
                        </a:rPr>
                        <a:t>約 70 GPa 以上</a:t>
                      </a:r>
                    </a:p>
                  </a:txBody>
                  <a:tcPr anchor="ctr" marL="73152" marR="73152" marT="36576" marB="36576">
                    <a:noFill/>
                  </a:tcPr>
                </a:tc>
                <a:tc>
                  <a:txBody>
                    <a:bodyPr wrap="square"/>
                    <a:lstStyle/>
                    <a:p>
                      <a:r>
                        <a:rPr sz="1400" b="0">
                          <a:solidFill>
                            <a:srgbClr val="101426"/>
                          </a:solidFill>
                          <a:latin typeface="Yu Gothic"/>
                          <a:ea typeface="Yu Gothic"/>
                          <a:cs typeface="Yu Gothic"/>
                        </a:rPr>
                        <a:t>それ以下では緑が有利。推奨が反転する</a:t>
                      </a:r>
                    </a:p>
                  </a:txBody>
                  <a:tcPr anchor="ctr" marL="73152" marR="73152" marT="36576" marB="36576">
                    <a:noFill/>
                  </a:tcPr>
                </a:tc>
              </a:tr>
              <a:tr h="713232">
                <a:tc>
                  <a:txBody>
                    <a:bodyPr wrap="square"/>
                    <a:lstStyle/>
                    <a:p>
                      <a:r>
                        <a:rPr sz="1400" b="0">
                          <a:solidFill>
                            <a:srgbClr val="101426"/>
                          </a:solidFill>
                          <a:latin typeface="Yu Gothic"/>
                          <a:ea typeface="Yu Gothic"/>
                          <a:cs typeface="Yu Gothic"/>
                        </a:rPr>
                        <a:t>パワー</a:t>
                      </a:r>
                    </a:p>
                  </a:txBody>
                  <a:tcPr anchor="ctr" marL="73152" marR="73152" marT="36576" marB="36576">
                    <a:noFill/>
                  </a:tcPr>
                </a:tc>
                <a:tc>
                  <a:txBody>
                    <a:bodyPr wrap="square"/>
                    <a:lstStyle/>
                    <a:p>
                      <a:r>
                        <a:rPr sz="1400" b="0">
                          <a:solidFill>
                            <a:srgbClr val="101426"/>
                          </a:solidFill>
                          <a:latin typeface="Yu Gothic"/>
                          <a:ea typeface="Yu Gothic"/>
                          <a:cs typeface="Yu Gothic"/>
                        </a:rPr>
                        <a:t>低励起 (u ≲ 0.1)</a:t>
                      </a:r>
                    </a:p>
                  </a:txBody>
                  <a:tcPr anchor="ctr" marL="73152" marR="73152" marT="36576" marB="36576">
                    <a:noFill/>
                  </a:tcPr>
                </a:tc>
                <a:tc>
                  <a:txBody>
                    <a:bodyPr wrap="square"/>
                    <a:lstStyle/>
                    <a:p>
                      <a:r>
                        <a:rPr sz="1400" b="0">
                          <a:solidFill>
                            <a:srgbClr val="101426"/>
                          </a:solidFill>
                          <a:latin typeface="Yu Gothic"/>
                          <a:ea typeface="Yu Gothic"/>
                          <a:cs typeface="Yu Gothic"/>
                        </a:rPr>
                        <a:t>飽和が始まると最適は青へ動く。u = 0.3 で 473 nm 固定のコストは ×1.6</a:t>
                      </a:r>
                    </a:p>
                  </a:txBody>
                  <a:tcPr anchor="ctr" marL="73152" marR="73152" marT="36576" marB="36576">
                    <a:noFill/>
                  </a:tcPr>
                </a:tc>
              </a:tr>
              <a:tr h="713232">
                <a:tc>
                  <a:txBody>
                    <a:bodyPr wrap="square"/>
                    <a:lstStyle/>
                    <a:p>
                      <a:r>
                        <a:rPr sz="1400" b="0">
                          <a:solidFill>
                            <a:srgbClr val="101426"/>
                          </a:solidFill>
                          <a:latin typeface="Yu Gothic"/>
                          <a:ea typeface="Yu Gothic"/>
                          <a:cs typeface="Yu Gothic"/>
                        </a:rPr>
                        <a:t>アンビル</a:t>
                      </a:r>
                    </a:p>
                  </a:txBody>
                  <a:tcPr anchor="ctr" marL="73152" marR="73152" marT="36576" marB="36576">
                    <a:noFill/>
                  </a:tcPr>
                </a:tc>
                <a:tc>
                  <a:txBody>
                    <a:bodyPr wrap="square"/>
                    <a:lstStyle/>
                    <a:p>
                      <a:r>
                        <a:rPr sz="1400" b="0">
                          <a:solidFill>
                            <a:srgbClr val="101426"/>
                          </a:solidFill>
                          <a:latin typeface="Yu Gothic"/>
                          <a:ea typeface="Yu Gothic"/>
                          <a:cs typeface="Yu Gothic"/>
                        </a:rPr>
                        <a:t>低窒素アンビルへのイオン注入</a:t>
                      </a:r>
                    </a:p>
                  </a:txBody>
                  <a:tcPr anchor="ctr" marL="73152" marR="73152" marT="36576" marB="36576">
                    <a:noFill/>
                  </a:tcPr>
                </a:tc>
                <a:tc>
                  <a:txBody>
                    <a:bodyPr wrap="square"/>
                    <a:lstStyle/>
                    <a:p>
                      <a:r>
                        <a:rPr sz="1400" b="0">
                          <a:solidFill>
                            <a:srgbClr val="101426"/>
                          </a:solidFill>
                          <a:latin typeface="Yu Gothic"/>
                          <a:ea typeface="Yu Gothic"/>
                          <a:cs typeface="Yu Gothic"/>
                        </a:rPr>
                        <a:t>type Ib バルクは 500 nm 以下を強く吸収し、青を送れない</a:t>
                      </a:r>
                    </a:p>
                  </a:txBody>
                  <a:tcPr anchor="ctr" marL="73152" marR="73152" marT="36576" marB="36576">
                    <a:noFill/>
                  </a:tcPr>
                </a:tc>
              </a:tr>
            </a:tbl>
          </a:graphicData>
        </a:graphic>
      </p:graphicFrame>
      <p:sp>
        <p:nvSpPr>
          <p:cNvPr id="4" name="TextBox 3"/>
          <p:cNvSpPr txBox="1"/>
          <p:nvPr/>
        </p:nvSpPr>
        <p:spPr>
          <a:xfrm>
            <a:off x="502920" y="5074920"/>
            <a:ext cx="11155680" cy="1005840"/>
          </a:xfrm>
          <a:prstGeom prst="rect">
            <a:avLst/>
          </a:prstGeom>
          <a:noFill/>
        </p:spPr>
        <p:txBody>
          <a:bodyPr wrap="square" lIns="0" rIns="0" tIns="0" bIns="0">
            <a:spAutoFit/>
          </a:bodyPr>
          <a:lstStyle/>
          <a:p>
            <a:pPr>
              <a:lnSpc>
                <a:spcPct val="125000"/>
              </a:lnSpc>
              <a:spcAft>
                <a:spcPts val="1000"/>
              </a:spcAft>
            </a:pPr>
            <a:r>
              <a:rPr sz="1600" b="0">
                <a:solidFill>
                  <a:srgbClr val="101426"/>
                </a:solidFill>
                <a:latin typeface="Yu Gothic"/>
                <a:ea typeface="Yu Gothic"/>
                <a:cs typeface="Yu Gothic"/>
              </a:rPr>
              <a:t>検出帯も ZPL とともに青へ動く。常圧で選んだパスバンドは 120 GPa で 発光の 26% しか拾わない。青励起にして初めて検出カットオンも動かせ、×1.6 が上乗せされる — 合計 ×4。</a:t>
            </a:r>
          </a:p>
          <a:p>
            <a:pPr>
              <a:lnSpc>
                <a:spcPct val="125000"/>
              </a:lnSpc>
              <a:spcAft>
                <a:spcPts val="1000"/>
              </a:spcAft>
            </a:pPr>
            <a:r>
              <a:rPr sz="1900" b="1">
                <a:solidFill>
                  <a:srgbClr val="1C3177"/>
                </a:solidFill>
                <a:latin typeface="Yu Gothic"/>
                <a:ea typeface="Yu Gothic"/>
                <a:cs typeface="Yu Gothic"/>
              </a:rPr>
              <a:t>120 GPa では 532 nm を 473 nm DPSS に替える。同じ磁気マップが 1/7 の時間で撮れる。</a:t>
            </a:r>
          </a:p>
        </p:txBody>
      </p:sp>
    </p:spTree>
  </p:cSld>
  <p:clrMapOvr>
    <a:masterClrMapping/>
  </p:clrMapOvr>
</p:sld>
</file>

<file path=ppt/theme/theme1.xml><?xml version="1.0" encoding="utf-8"?>
<a:theme xmlns:a="http://schemas.openxmlformats.org/drawingml/2006/main" name="Office テーマ">
  <a:themeElements>
    <a:clrScheme name="ユーザー定義 1">
      <a:dk1>
        <a:srgbClr val="000000"/>
      </a:dk1>
      <a:lt1>
        <a:srgbClr val="FFFFFF"/>
      </a:lt1>
      <a:dk2>
        <a:srgbClr val="1C3077"/>
      </a:dk2>
      <a:lt2>
        <a:srgbClr val="7F96C2"/>
      </a:lt2>
      <a:accent1>
        <a:srgbClr val="E97979"/>
      </a:accent1>
      <a:accent2>
        <a:srgbClr val="F8A088"/>
      </a:accent2>
      <a:accent3>
        <a:srgbClr val="EDC669"/>
      </a:accent3>
      <a:accent4>
        <a:srgbClr val="81BD5F"/>
      </a:accent4>
      <a:accent5>
        <a:srgbClr val="59A36C"/>
      </a:accent5>
      <a:accent6>
        <a:srgbClr val="999999"/>
      </a:accent6>
      <a:hlink>
        <a:srgbClr val="707070"/>
      </a:hlink>
      <a:folHlink>
        <a:srgbClr val="999999"/>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rmAutofit/>
      </a:bodyPr>
      <a:lstStyle>
        <a:defPPr marL="0" marR="0" indent="0" algn="l" defTabSz="914400" rtl="0" eaLnBrk="1" fontAlgn="auto" latinLnBrk="0" hangingPunct="1">
          <a:lnSpc>
            <a:spcPct val="110000"/>
          </a:lnSpc>
          <a:spcBef>
            <a:spcPts val="1000"/>
          </a:spcBef>
          <a:spcAft>
            <a:spcPts val="0"/>
          </a:spcAft>
          <a:buClrTx/>
          <a:buSzTx/>
          <a:buFontTx/>
          <a:buNone/>
          <a:tabLst/>
          <a:defRPr kumimoji="1"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125</TotalTime>
  <Words>848</Words>
  <Application>Microsoft Office PowerPoint</Application>
  <PresentationFormat>ワイド画面</PresentationFormat>
  <Paragraphs>220</Paragraphs>
  <Slides>48</Slides>
  <Notes>2</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48</vt:i4>
      </vt:variant>
    </vt:vector>
  </HeadingPairs>
  <TitlesOfParts>
    <vt:vector size="57" baseType="lpstr">
      <vt:lpstr>Microsoft YaHei</vt:lpstr>
      <vt:lpstr>Noto Sans JP</vt:lpstr>
      <vt:lpstr>Yu Gothic Medium</vt:lpstr>
      <vt:lpstr>Yu Gothic</vt:lpstr>
      <vt:lpstr>Yu Gothic</vt:lpstr>
      <vt:lpstr>游ゴシック Medium</vt:lpstr>
      <vt:lpstr>Arial</vt:lpstr>
      <vt:lpstr>Calibri</vt:lpstr>
      <vt:lpstr>Office テーマ</vt:lpstr>
      <vt:lpstr>Science Tokyo パワーポイントテンプレート</vt:lpstr>
      <vt:lpstr>パワーポイントテンプレート構成</vt:lpstr>
      <vt:lpstr>1. 表紙＋中表紙（4パターン）　</vt:lpstr>
      <vt:lpstr>表紙＋中表紙</vt:lpstr>
      <vt:lpstr>PowerPoint プレゼンテーション</vt:lpstr>
      <vt:lpstr>A</vt:lpstr>
      <vt:lpstr>タイトルタイトル 游ゴシック/Bold</vt:lpstr>
      <vt:lpstr>タイトル　游ゴシック/Bold</vt:lpstr>
      <vt:lpstr>タイトル　游ゴシック/Bold</vt:lpstr>
      <vt:lpstr>PowerPoint プレゼンテーション</vt:lpstr>
      <vt:lpstr>B</vt:lpstr>
      <vt:lpstr>タイトルタイトル 游ゴシック/Bold</vt:lpstr>
      <vt:lpstr>タイトル　游ゴシック/Bold</vt:lpstr>
      <vt:lpstr>タイトル　游ゴシック/Bold</vt:lpstr>
      <vt:lpstr>PowerPoint プレゼンテーション</vt:lpstr>
      <vt:lpstr>C</vt:lpstr>
      <vt:lpstr>タイトルタイトル 游ゴシック/Bold</vt:lpstr>
      <vt:lpstr>タイトル タイトル 游ゴシック/Bold</vt:lpstr>
      <vt:lpstr>タイトル タイトル 游ゴシック/Bold</vt:lpstr>
      <vt:lpstr>PowerPoint プレゼンテーション</vt:lpstr>
      <vt:lpstr>D</vt:lpstr>
      <vt:lpstr>タイトルタイトル 游ゴシック/Bold</vt:lpstr>
      <vt:lpstr>タイトル　游ゴシック/Bold</vt:lpstr>
      <vt:lpstr>タイトル　游ゴシック/Bold</vt:lpstr>
      <vt:lpstr>2. 目次ページ（全パターン共通）</vt:lpstr>
      <vt:lpstr>目次　游ゴシック/Bold</vt:lpstr>
      <vt:lpstr>3. コンテンツページ（全パターン共通）</vt:lpstr>
      <vt:lpstr>コンテンツページ</vt:lpstr>
      <vt:lpstr>タイトル　游ゴシック/Bold</vt:lpstr>
      <vt:lpstr>タイトル　游ゴシック/Bold</vt:lpstr>
      <vt:lpstr>タイトル　游ゴシック/Bold</vt:lpstr>
      <vt:lpstr>タイトル　游ゴシック/Bold</vt:lpstr>
      <vt:lpstr>タイトル　游ゴシック/Bold</vt:lpstr>
      <vt:lpstr>タイトル　游ゴシック/Bold</vt:lpstr>
      <vt:lpstr>タイトル　游ゴシック/Bold</vt:lpstr>
      <vt:lpstr>タイトル　游ゴシック/Bold</vt:lpstr>
      <vt:lpstr>4. フォントについて　</vt:lpstr>
      <vt:lpstr>フォントについて</vt:lpstr>
      <vt:lpstr>5. カラーについて　</vt:lpstr>
      <vt:lpstr>カラーについて</vt:lpstr>
      <vt:lpstr>カラーについて</vt:lpstr>
      <vt:lpstr>6. 参考レイアウト例</vt:lpstr>
      <vt:lpstr>PowerPoint プレゼンテーション</vt:lpstr>
      <vt:lpstr>グラフ図表事例</vt:lpstr>
      <vt:lpstr>グラフ図表事例</vt:lpstr>
      <vt:lpstr>PowerPoint プレゼンテーション</vt:lpstr>
      <vt:lpstr>組織図表例</vt:lpstr>
      <vt:lpstr>組織図表例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Science Tokyo</dc:creator>
  <cp:lastModifiedBy>Science Tokyo広報課</cp:lastModifiedBy>
  <cp:revision>24</cp:revision>
  <dcterms:created xsi:type="dcterms:W3CDTF">2024-05-02T13:19:49Z</dcterms:created>
  <dcterms:modified xsi:type="dcterms:W3CDTF">2026-05-04T11:56:11Z</dcterms:modified>
</cp:coreProperties>
</file>